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embeddedFontLst>
    <p:embeddedFont>
      <p:font typeface="Liter" panose="020B0604020202020204" charset="0"/>
      <p:regular r:id="rId29"/>
    </p:embeddedFont>
    <p:embeddedFont>
      <p:font typeface="Quattrocento Sans" panose="020B0502050000020003" pitchFamily="34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759" autoAdjust="0"/>
  </p:normalViewPr>
  <p:slideViewPr>
    <p:cSldViewPr snapToGrid="0" snapToObjects="1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291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The+70-20-10+Rule&amp;rlz=1C1CHBD_en-GBPK1168PK1168&amp;oq=content+strategy+in+digital+marketing&amp;gs_lcrp=EgZjaHJvbWUqBwgAEAAYgAQyBwgAEAAYgAQyBwgBEAAYgAQyBwgCEAAYgAQyBwgDEAAYgAQyCAgEEAAYFhgeMggIBRAAGBYYHjIICAYQABgWGB4yCAgHEAAYFhgeMggICBAAGBYYHjIICAkQABgWGB7SAQg1OTcxajBqN6gCALACAA&amp;sourceid=chrome&amp;ie=UTF-8&amp;mstk=AUtExfBfkYQC9i6s2X7sAZhQ7ZejXWhhekA2N3mYWirq-7igA0e8c0PzQUXhLqt2j7oI6C4jc0dqUacVMWs8K982bMHUgugVOYqT_4KRarLvcvALJz1PxM3edRs_llJZG0kN3t-o-mHUkFOgBwQyJwWokKx9Uik_p29ywPWXpl4S_tFARxd-QP5nAiOvuiMqJvYOsomXtaEN2aimdcSe_I7JAOGFLEkOFdyD2blnpw3BvmQv7UHS6Vd9o_UgMag7bIdmlXWio1sAZ5ax9_vlqj03ZId15frn6183gfGuhaWa8vIBmw&amp;csui=3&amp;ved=2ahUKEwjynr6KiM2SAxXv9bsIHXMgCAwQgK4QegQIBhAB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The 70-20-10 Rule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Allocate 70% of content to education, 20% to engagement, and 10% to promotion.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4b8b1b35092d6894c10dbbaff2a8513914ff4e7d.jpeg"/>
          <p:cNvPicPr>
            <a:picLocks noChangeAspect="1"/>
          </p:cNvPicPr>
          <p:nvPr/>
        </p:nvPicPr>
        <p:blipFill>
          <a:blip r:embed="rId3">
            <a:alphaModFix amt="40000"/>
          </a:blip>
          <a:srcRect t="28888" b="288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6C8C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81000" y="205549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Content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&amp; Blogging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Business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855845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the Art of Digital Storytelling and Content Strategy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62484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Edition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35467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Learning Journey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690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3875" y="16906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652588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Content Marketing Landscape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957388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2024-2025 trends and statistics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912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62700" y="1690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5075" y="16906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72300" y="1652588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Content 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72300" y="1957388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and audience understanding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" y="30146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875" y="301466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297656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Homepage &amp; Service Pages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3281363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for conversion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912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2700" y="30146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15075" y="301466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2300" y="2976563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Blogging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72300" y="32813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Fundamentals and headline formulas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00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1500" y="43386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875" y="433863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4300538"/>
            <a:ext cx="24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&amp; Content Optimization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4605338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search strategies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1095376"/>
                </a:lnTo>
                <a:cubicBezTo>
                  <a:pt x="5619750" y="1137459"/>
                  <a:pt x="5585634" y="1171575"/>
                  <a:pt x="55435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912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62700" y="43386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15075" y="433863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2300" y="4300538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Content Creation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72300" y="4605338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technology responsibly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05425"/>
            <a:ext cx="11410950" cy="1171575"/>
          </a:xfrm>
          <a:custGeom>
            <a:avLst/>
            <a:gdLst/>
            <a:ahLst/>
            <a:cxnLst/>
            <a:rect l="l" t="t" r="r" b="b"/>
            <a:pathLst>
              <a:path w="11410950" h="1171575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1095376"/>
                </a:lnTo>
                <a:cubicBezTo>
                  <a:pt x="11410950" y="1137459"/>
                  <a:pt x="11376834" y="1171575"/>
                  <a:pt x="11334751" y="1171575"/>
                </a:cubicBez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0050" y="530542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1500" y="56626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3875" y="566261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5624513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Measuring Success &amp; Avoiding Pitfalls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5929313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improvement and common mistakes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FA2BD-6F80-1671-0000-78DB15823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87" y="700268"/>
            <a:ext cx="9464403" cy="56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348b5448f44b03bbdb4a7d5c10d61005edbfd10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2169795"/>
            <a:ext cx="64008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Content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Landscape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4970145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Current State and Future of Digital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Case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Marketing in Numbers: Why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7560945" cy="4446270"/>
          </a:xfrm>
          <a:custGeom>
            <a:avLst/>
            <a:gdLst/>
            <a:ahLst/>
            <a:cxnLst/>
            <a:rect l="l" t="t" r="r" b="b"/>
            <a:pathLst>
              <a:path w="7560945" h="4446270">
                <a:moveTo>
                  <a:pt x="76209" y="0"/>
                </a:moveTo>
                <a:lnTo>
                  <a:pt x="7484736" y="0"/>
                </a:lnTo>
                <a:cubicBezTo>
                  <a:pt x="7526825" y="0"/>
                  <a:pt x="7560945" y="34120"/>
                  <a:pt x="7560945" y="76209"/>
                </a:cubicBezTo>
                <a:lnTo>
                  <a:pt x="7560945" y="4370061"/>
                </a:lnTo>
                <a:cubicBezTo>
                  <a:pt x="7560945" y="4412150"/>
                  <a:pt x="7526825" y="4446270"/>
                  <a:pt x="7484736" y="4446270"/>
                </a:cubicBezTo>
                <a:lnTo>
                  <a:pt x="76209" y="4446270"/>
                </a:lnTo>
                <a:cubicBezTo>
                  <a:pt x="34120" y="4446270"/>
                  <a:pt x="0" y="4412150"/>
                  <a:pt x="0" y="437006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1020" y="1341120"/>
            <a:ext cx="734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Adoption &amp;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1020" y="1684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8176" y="17887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6320" y="1684020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6398" y="178308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marketers use content marketing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2065020"/>
            <a:ext cx="682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marketing has become essential, not optional, for business success in the digital age.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2369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745" y="247459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6320" y="2369820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1516" y="246888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boosted lead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6320" y="2750820"/>
            <a:ext cx="682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see significant improvements in lead quality and quantity through strategic content.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020" y="3055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0323" y="3160395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45541" y="8037"/>
                </a:moveTo>
                <a:cubicBezTo>
                  <a:pt x="45541" y="3583"/>
                  <a:pt x="49124" y="0"/>
                  <a:pt x="53578" y="0"/>
                </a:cubicBezTo>
                <a:cubicBezTo>
                  <a:pt x="58032" y="0"/>
                  <a:pt x="61615" y="3583"/>
                  <a:pt x="61615" y="8037"/>
                </a:cubicBezTo>
                <a:lnTo>
                  <a:pt x="61615" y="21431"/>
                </a:lnTo>
                <a:lnTo>
                  <a:pt x="80367" y="21431"/>
                </a:lnTo>
                <a:cubicBezTo>
                  <a:pt x="86294" y="21431"/>
                  <a:pt x="91083" y="26220"/>
                  <a:pt x="91083" y="32147"/>
                </a:cubicBezTo>
                <a:cubicBezTo>
                  <a:pt x="91083" y="38074"/>
                  <a:pt x="86294" y="42863"/>
                  <a:pt x="80367" y="42863"/>
                </a:cubicBezTo>
                <a:lnTo>
                  <a:pt x="41891" y="42863"/>
                </a:lnTo>
                <a:cubicBezTo>
                  <a:pt x="33553" y="42863"/>
                  <a:pt x="26789" y="49627"/>
                  <a:pt x="26789" y="57965"/>
                </a:cubicBezTo>
                <a:cubicBezTo>
                  <a:pt x="26789" y="65499"/>
                  <a:pt x="32314" y="71862"/>
                  <a:pt x="39748" y="72933"/>
                </a:cubicBezTo>
                <a:lnTo>
                  <a:pt x="70422" y="77320"/>
                </a:lnTo>
                <a:cubicBezTo>
                  <a:pt x="88437" y="79898"/>
                  <a:pt x="101798" y="95302"/>
                  <a:pt x="101798" y="113485"/>
                </a:cubicBezTo>
                <a:cubicBezTo>
                  <a:pt x="101798" y="133677"/>
                  <a:pt x="85424" y="150019"/>
                  <a:pt x="65265" y="150019"/>
                </a:cubicBezTo>
                <a:lnTo>
                  <a:pt x="61615" y="150019"/>
                </a:lnTo>
                <a:lnTo>
                  <a:pt x="61615" y="163413"/>
                </a:lnTo>
                <a:cubicBezTo>
                  <a:pt x="61615" y="167867"/>
                  <a:pt x="58032" y="171450"/>
                  <a:pt x="53578" y="171450"/>
                </a:cubicBezTo>
                <a:cubicBezTo>
                  <a:pt x="49124" y="171450"/>
                  <a:pt x="45541" y="167867"/>
                  <a:pt x="45541" y="163413"/>
                </a:cubicBezTo>
                <a:lnTo>
                  <a:pt x="45541" y="150019"/>
                </a:lnTo>
                <a:lnTo>
                  <a:pt x="21431" y="150019"/>
                </a:lnTo>
                <a:cubicBezTo>
                  <a:pt x="15504" y="150019"/>
                  <a:pt x="10716" y="145230"/>
                  <a:pt x="10716" y="139303"/>
                </a:cubicBezTo>
                <a:cubicBezTo>
                  <a:pt x="10716" y="133376"/>
                  <a:pt x="15504" y="128588"/>
                  <a:pt x="21431" y="128588"/>
                </a:cubicBezTo>
                <a:lnTo>
                  <a:pt x="65265" y="128588"/>
                </a:lnTo>
                <a:cubicBezTo>
                  <a:pt x="73603" y="128588"/>
                  <a:pt x="80367" y="121823"/>
                  <a:pt x="80367" y="113485"/>
                </a:cubicBezTo>
                <a:cubicBezTo>
                  <a:pt x="80367" y="105951"/>
                  <a:pt x="74842" y="99588"/>
                  <a:pt x="67408" y="98517"/>
                </a:cubicBezTo>
                <a:lnTo>
                  <a:pt x="36735" y="94130"/>
                </a:lnTo>
                <a:cubicBezTo>
                  <a:pt x="18719" y="91585"/>
                  <a:pt x="5358" y="76148"/>
                  <a:pt x="5358" y="57965"/>
                </a:cubicBezTo>
                <a:cubicBezTo>
                  <a:pt x="5358" y="37806"/>
                  <a:pt x="21733" y="21431"/>
                  <a:pt x="41891" y="21431"/>
                </a:cubicBezTo>
                <a:lnTo>
                  <a:pt x="45541" y="21431"/>
                </a:lnTo>
                <a:lnTo>
                  <a:pt x="45541" y="803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6320" y="3055620"/>
            <a:ext cx="70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76043" y="315468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cost vs. traditional marketing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6320" y="3436620"/>
            <a:ext cx="682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marketing delivers superior ROI while reducing overall marketing spend.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6371" y="1184910"/>
            <a:ext cx="3703320" cy="1303020"/>
          </a:xfrm>
          <a:custGeom>
            <a:avLst/>
            <a:gdLst/>
            <a:ahLst/>
            <a:cxnLst/>
            <a:rect l="l" t="t" r="r" b="b"/>
            <a:pathLst>
              <a:path w="3703320" h="1303020">
                <a:moveTo>
                  <a:pt x="76201" y="0"/>
                </a:moveTo>
                <a:lnTo>
                  <a:pt x="3627119" y="0"/>
                </a:lnTo>
                <a:cubicBezTo>
                  <a:pt x="3669204" y="0"/>
                  <a:pt x="3703320" y="34116"/>
                  <a:pt x="3703320" y="76201"/>
                </a:cubicBezTo>
                <a:lnTo>
                  <a:pt x="3703320" y="1226819"/>
                </a:lnTo>
                <a:cubicBezTo>
                  <a:pt x="3703320" y="1268904"/>
                  <a:pt x="3669204" y="1303020"/>
                  <a:pt x="3627119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48281" y="134112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$600B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4481" y="187452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Value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243" y="214122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marketing industry worth in 2024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6371" y="2647951"/>
            <a:ext cx="3703320" cy="1303020"/>
          </a:xfrm>
          <a:custGeom>
            <a:avLst/>
            <a:gdLst/>
            <a:ahLst/>
            <a:cxnLst/>
            <a:rect l="l" t="t" r="r" b="b"/>
            <a:pathLst>
              <a:path w="3703320" h="1303020">
                <a:moveTo>
                  <a:pt x="76201" y="0"/>
                </a:moveTo>
                <a:lnTo>
                  <a:pt x="3627119" y="0"/>
                </a:lnTo>
                <a:cubicBezTo>
                  <a:pt x="3669204" y="0"/>
                  <a:pt x="3703320" y="34116"/>
                  <a:pt x="3703320" y="76201"/>
                </a:cubicBezTo>
                <a:lnTo>
                  <a:pt x="3703320" y="1226819"/>
                </a:lnTo>
                <a:cubicBezTo>
                  <a:pt x="3703320" y="1268904"/>
                  <a:pt x="3669204" y="1303020"/>
                  <a:pt x="3627119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48281" y="2804161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4481" y="3337561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Focus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243" y="3604261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quality over quantity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6371" y="4110990"/>
            <a:ext cx="3703320" cy="1074420"/>
          </a:xfrm>
          <a:custGeom>
            <a:avLst/>
            <a:gdLst/>
            <a:ahLst/>
            <a:cxnLst/>
            <a:rect l="l" t="t" r="r" b="b"/>
            <a:pathLst>
              <a:path w="3703320" h="1074420">
                <a:moveTo>
                  <a:pt x="76198" y="0"/>
                </a:moveTo>
                <a:lnTo>
                  <a:pt x="3627122" y="0"/>
                </a:lnTo>
                <a:cubicBezTo>
                  <a:pt x="3669205" y="0"/>
                  <a:pt x="3703320" y="34115"/>
                  <a:pt x="3703320" y="76198"/>
                </a:cubicBezTo>
                <a:lnTo>
                  <a:pt x="3703320" y="998222"/>
                </a:lnTo>
                <a:cubicBezTo>
                  <a:pt x="3703320" y="1040305"/>
                  <a:pt x="3669205" y="1074420"/>
                  <a:pt x="3627122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0681" y="429768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10231" y="4267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2581" y="45720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marketing campaigns generate an average annual revenue of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$984,000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57912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0050" y="5791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3400" y="5905500"/>
            <a:ext cx="1123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 Line: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marketing isn't just a trend—it's a fundamental business strategy that drives measurable results across lead generation, cost efficiency, and revenue growth.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2024-2025 Content Trends Shaping the Industry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5627370" cy="1798320"/>
          </a:xfrm>
          <a:custGeom>
            <a:avLst/>
            <a:gdLst/>
            <a:ahLst/>
            <a:cxnLst/>
            <a:rect l="l" t="t" r="r" b="b"/>
            <a:pathLst>
              <a:path w="5627370" h="1798320">
                <a:moveTo>
                  <a:pt x="76195" y="0"/>
                </a:moveTo>
                <a:lnTo>
                  <a:pt x="5551175" y="0"/>
                </a:lnTo>
                <a:cubicBezTo>
                  <a:pt x="5593256" y="0"/>
                  <a:pt x="5627370" y="34114"/>
                  <a:pt x="5627370" y="76195"/>
                </a:cubicBezTo>
                <a:lnTo>
                  <a:pt x="5627370" y="1722125"/>
                </a:lnTo>
                <a:cubicBezTo>
                  <a:pt x="5627370" y="1764206"/>
                  <a:pt x="5593256" y="1798320"/>
                  <a:pt x="5551175" y="1798320"/>
                </a:cubicBezTo>
                <a:lnTo>
                  <a:pt x="76195" y="1798320"/>
                </a:lnTo>
                <a:cubicBezTo>
                  <a:pt x="34114" y="1798320"/>
                  <a:pt x="0" y="1764206"/>
                  <a:pt x="0" y="1722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41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0558" y="14744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2520" y="143637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859280"/>
            <a:ext cx="8535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6715" y="2080261"/>
            <a:ext cx="146399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marketers using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369820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has shifted from experimental to essential, with 53% of marketing leaders reorganizing teams around AI capabilities.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105151"/>
            <a:ext cx="5627370" cy="1950720"/>
          </a:xfrm>
          <a:custGeom>
            <a:avLst/>
            <a:gdLst/>
            <a:ahLst/>
            <a:cxnLst/>
            <a:rect l="l" t="t" r="r" b="b"/>
            <a:pathLst>
              <a:path w="5627370" h="1950720">
                <a:moveTo>
                  <a:pt x="76195" y="0"/>
                </a:moveTo>
                <a:lnTo>
                  <a:pt x="5551175" y="0"/>
                </a:lnTo>
                <a:cubicBezTo>
                  <a:pt x="5593256" y="0"/>
                  <a:pt x="5627370" y="34114"/>
                  <a:pt x="5627370" y="76195"/>
                </a:cubicBezTo>
                <a:lnTo>
                  <a:pt x="5627370" y="1874525"/>
                </a:lnTo>
                <a:cubicBezTo>
                  <a:pt x="5627370" y="1916606"/>
                  <a:pt x="5593256" y="1950720"/>
                  <a:pt x="5551175" y="1950720"/>
                </a:cubicBezTo>
                <a:lnTo>
                  <a:pt x="76195" y="1950720"/>
                </a:lnTo>
                <a:cubicBezTo>
                  <a:pt x="34114" y="1950720"/>
                  <a:pt x="0" y="1916606"/>
                  <a:pt x="0" y="18745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1020" y="3261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464" y="339471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2520" y="3356611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Dominance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020" y="3794761"/>
            <a:ext cx="6547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1020" y="4175761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brands use video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38500" y="3794761"/>
            <a:ext cx="94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38500" y="4175761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web traffic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020" y="4442461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content generates 12x more shares than image-based ads. Short-form video leads engagement.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5177790"/>
            <a:ext cx="5627370" cy="1569720"/>
          </a:xfrm>
          <a:custGeom>
            <a:avLst/>
            <a:gdLst/>
            <a:ahLst/>
            <a:cxnLst/>
            <a:rect l="l" t="t" r="r" b="b"/>
            <a:pathLst>
              <a:path w="5627370" h="1569720">
                <a:moveTo>
                  <a:pt x="76194" y="0"/>
                </a:moveTo>
                <a:lnTo>
                  <a:pt x="5551176" y="0"/>
                </a:lnTo>
                <a:cubicBezTo>
                  <a:pt x="5593257" y="0"/>
                  <a:pt x="5627370" y="34113"/>
                  <a:pt x="5627370" y="76194"/>
                </a:cubicBezTo>
                <a:lnTo>
                  <a:pt x="5627370" y="1493526"/>
                </a:lnTo>
                <a:cubicBezTo>
                  <a:pt x="5627370" y="1535607"/>
                  <a:pt x="5593257" y="1569720"/>
                  <a:pt x="5551176" y="1569720"/>
                </a:cubicBezTo>
                <a:lnTo>
                  <a:pt x="76194" y="1569720"/>
                </a:lnTo>
                <a:cubicBezTo>
                  <a:pt x="34141" y="1569720"/>
                  <a:pt x="0" y="1535579"/>
                  <a:pt x="0" y="149352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102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8183" y="5467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12520" y="54292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Search Growth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020" y="5852161"/>
            <a:ext cx="86141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4573" y="6073141"/>
            <a:ext cx="10117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searches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020" y="6362700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"Near me" searches surged 500%. Optimize for conversational, long-tail queries.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1184910"/>
            <a:ext cx="5627370" cy="1798320"/>
          </a:xfrm>
          <a:custGeom>
            <a:avLst/>
            <a:gdLst/>
            <a:ahLst/>
            <a:cxnLst/>
            <a:rect l="l" t="t" r="r" b="b"/>
            <a:pathLst>
              <a:path w="5627370" h="1798320">
                <a:moveTo>
                  <a:pt x="76195" y="0"/>
                </a:moveTo>
                <a:lnTo>
                  <a:pt x="5551175" y="0"/>
                </a:lnTo>
                <a:cubicBezTo>
                  <a:pt x="5593256" y="0"/>
                  <a:pt x="5627370" y="34114"/>
                  <a:pt x="5627370" y="76195"/>
                </a:cubicBezTo>
                <a:lnTo>
                  <a:pt x="5627370" y="1722125"/>
                </a:lnTo>
                <a:cubicBezTo>
                  <a:pt x="5627370" y="1764206"/>
                  <a:pt x="5593256" y="1798320"/>
                  <a:pt x="5551175" y="1798320"/>
                </a:cubicBezTo>
                <a:lnTo>
                  <a:pt x="76195" y="1798320"/>
                </a:lnTo>
                <a:cubicBezTo>
                  <a:pt x="34114" y="1798320"/>
                  <a:pt x="0" y="1764206"/>
                  <a:pt x="0" y="1722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32220" y="1341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7476" y="14744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8761" y="930"/>
                </a:moveTo>
                <a:cubicBezTo>
                  <a:pt x="31775" y="-595"/>
                  <a:pt x="35421" y="-260"/>
                  <a:pt x="38100" y="1786"/>
                </a:cubicBezTo>
                <a:lnTo>
                  <a:pt x="157163" y="91046"/>
                </a:lnTo>
                <a:cubicBezTo>
                  <a:pt x="160251" y="93352"/>
                  <a:pt x="161479" y="97371"/>
                  <a:pt x="160288" y="101017"/>
                </a:cubicBezTo>
                <a:cubicBezTo>
                  <a:pt x="159097" y="104663"/>
                  <a:pt x="155674" y="107119"/>
                  <a:pt x="151805" y="107119"/>
                </a:cubicBezTo>
                <a:lnTo>
                  <a:pt x="95138" y="107119"/>
                </a:lnTo>
                <a:lnTo>
                  <a:pt x="128215" y="173236"/>
                </a:lnTo>
                <a:cubicBezTo>
                  <a:pt x="131155" y="179115"/>
                  <a:pt x="128774" y="186258"/>
                  <a:pt x="122895" y="189198"/>
                </a:cubicBezTo>
                <a:cubicBezTo>
                  <a:pt x="117016" y="192137"/>
                  <a:pt x="109872" y="189756"/>
                  <a:pt x="106933" y="183877"/>
                </a:cubicBezTo>
                <a:lnTo>
                  <a:pt x="73856" y="117760"/>
                </a:lnTo>
                <a:lnTo>
                  <a:pt x="39886" y="163078"/>
                </a:lnTo>
                <a:cubicBezTo>
                  <a:pt x="37579" y="166167"/>
                  <a:pt x="33561" y="167394"/>
                  <a:pt x="29914" y="166204"/>
                </a:cubicBezTo>
                <a:cubicBezTo>
                  <a:pt x="26268" y="165013"/>
                  <a:pt x="23812" y="161590"/>
                  <a:pt x="23812" y="157758"/>
                </a:cubicBezTo>
                <a:lnTo>
                  <a:pt x="23812" y="8930"/>
                </a:lnTo>
                <a:cubicBezTo>
                  <a:pt x="23812" y="5544"/>
                  <a:pt x="25710" y="2456"/>
                  <a:pt x="28761" y="93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143637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Zero-Click Searches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2220" y="1859280"/>
            <a:ext cx="8672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41607" y="2080261"/>
            <a:ext cx="13293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Google searches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2220" y="2369820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find answers directly on SERPs via featured snippets and AI overviews. Optimize for visibility even without clicks.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010" y="3105151"/>
            <a:ext cx="5627370" cy="2217420"/>
          </a:xfrm>
          <a:custGeom>
            <a:avLst/>
            <a:gdLst/>
            <a:ahLst/>
            <a:cxnLst/>
            <a:rect l="l" t="t" r="r" b="b"/>
            <a:pathLst>
              <a:path w="5627370" h="2217420">
                <a:moveTo>
                  <a:pt x="76191" y="0"/>
                </a:moveTo>
                <a:lnTo>
                  <a:pt x="5551179" y="0"/>
                </a:lnTo>
                <a:cubicBezTo>
                  <a:pt x="5593258" y="0"/>
                  <a:pt x="5627370" y="34112"/>
                  <a:pt x="5627370" y="76191"/>
                </a:cubicBezTo>
                <a:lnTo>
                  <a:pt x="5627370" y="2141229"/>
                </a:lnTo>
                <a:cubicBezTo>
                  <a:pt x="5627370" y="2183308"/>
                  <a:pt x="5593258" y="2217420"/>
                  <a:pt x="5551179" y="2217420"/>
                </a:cubicBezTo>
                <a:lnTo>
                  <a:pt x="76191" y="2217420"/>
                </a:lnTo>
                <a:cubicBezTo>
                  <a:pt x="34112" y="2217420"/>
                  <a:pt x="0" y="2183308"/>
                  <a:pt x="0" y="214122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32220" y="3261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77476" y="339471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03720" y="3356611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E-E-A-T Importance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2220" y="3832861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Google's expanded framework emphasizes: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9604" y="41852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75107" y="4137661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Firsthand knowledge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9604" y="44519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75107" y="4404361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Expertise: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Subject matter depth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9604" y="47186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75107" y="4671061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Authority: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Credible backlinks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9604" y="49853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75107" y="4937761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signals &amp; transparency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5440680"/>
            <a:ext cx="5619750" cy="685800"/>
          </a:xfrm>
          <a:custGeom>
            <a:avLst/>
            <a:gdLst/>
            <a:ahLst/>
            <a:cxnLst/>
            <a:rect l="l" t="t" r="r" b="b"/>
            <a:pathLst>
              <a:path w="5619750" h="685800">
                <a:moveTo>
                  <a:pt x="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609601"/>
                </a:lnTo>
                <a:cubicBezTo>
                  <a:pt x="5619750" y="651684"/>
                  <a:pt x="5585634" y="685800"/>
                  <a:pt x="5543551" y="685800"/>
                </a:cubicBez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91250" y="544068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24600" y="555498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Required: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 content strategy to embrace AI tools, prioritize video, optimize for voice search, and demonstrate genuine expertise in all content.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e3aca13e350d33e2600f886ce48f5c2754c62f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169795"/>
            <a:ext cx="545782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Content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970148"/>
            <a:ext cx="5229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Foundation for Effective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7-Pillar Content Strategy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3179445" cy="2265045"/>
          </a:xfrm>
          <a:custGeom>
            <a:avLst/>
            <a:gdLst/>
            <a:ahLst/>
            <a:cxnLst/>
            <a:rect l="l" t="t" r="r" b="b"/>
            <a:pathLst>
              <a:path w="3179445" h="2265045">
                <a:moveTo>
                  <a:pt x="76196" y="0"/>
                </a:moveTo>
                <a:lnTo>
                  <a:pt x="3103249" y="0"/>
                </a:lnTo>
                <a:cubicBezTo>
                  <a:pt x="3145331" y="0"/>
                  <a:pt x="3179445" y="34114"/>
                  <a:pt x="3179445" y="76196"/>
                </a:cubicBezTo>
                <a:lnTo>
                  <a:pt x="3179445" y="2188849"/>
                </a:lnTo>
                <a:cubicBezTo>
                  <a:pt x="3179445" y="2230931"/>
                  <a:pt x="3145331" y="2265045"/>
                  <a:pt x="3103249" y="2265045"/>
                </a:cubicBezTo>
                <a:lnTo>
                  <a:pt x="76196" y="2265045"/>
                </a:lnTo>
                <a:cubicBezTo>
                  <a:pt x="34114" y="2265045"/>
                  <a:pt x="0" y="2230931"/>
                  <a:pt x="0" y="218884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411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395" y="13411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1020" y="1912623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&amp; KPIs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2255523"/>
            <a:ext cx="2943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SMART goals. Map to measurable KPIs: conversions, traffic, engagement.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830833"/>
            <a:ext cx="2867025" cy="7620"/>
          </a:xfrm>
          <a:custGeom>
            <a:avLst/>
            <a:gdLst/>
            <a:ahLst/>
            <a:cxnLst/>
            <a:rect l="l" t="t" r="r" b="b"/>
            <a:pathLst>
              <a:path w="2867025" h="7620">
                <a:moveTo>
                  <a:pt x="0" y="0"/>
                </a:moveTo>
                <a:lnTo>
                  <a:pt x="2867025" y="0"/>
                </a:lnTo>
                <a:lnTo>
                  <a:pt x="2867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0070" y="2933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1045" y="291084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"Increase organic traffic by 20% in 6 months"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3079" y="1184910"/>
            <a:ext cx="3179445" cy="2265045"/>
          </a:xfrm>
          <a:custGeom>
            <a:avLst/>
            <a:gdLst/>
            <a:ahLst/>
            <a:cxnLst/>
            <a:rect l="l" t="t" r="r" b="b"/>
            <a:pathLst>
              <a:path w="3179445" h="2265045">
                <a:moveTo>
                  <a:pt x="76196" y="0"/>
                </a:moveTo>
                <a:lnTo>
                  <a:pt x="3103249" y="0"/>
                </a:lnTo>
                <a:cubicBezTo>
                  <a:pt x="3145331" y="0"/>
                  <a:pt x="3179445" y="34114"/>
                  <a:pt x="3179445" y="76196"/>
                </a:cubicBezTo>
                <a:lnTo>
                  <a:pt x="3179445" y="2188849"/>
                </a:lnTo>
                <a:cubicBezTo>
                  <a:pt x="3179445" y="2230931"/>
                  <a:pt x="3145331" y="2265045"/>
                  <a:pt x="3103249" y="2265045"/>
                </a:cubicBezTo>
                <a:lnTo>
                  <a:pt x="76196" y="2265045"/>
                </a:lnTo>
                <a:cubicBezTo>
                  <a:pt x="34114" y="2265045"/>
                  <a:pt x="0" y="2230931"/>
                  <a:pt x="0" y="218884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39289" y="13411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91664" y="13411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39289" y="1912623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39289" y="2255523"/>
            <a:ext cx="2943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key audiences. Map needs at each funnel stage: awareness, consideration, decision.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39289" y="3021333"/>
            <a:ext cx="2867025" cy="7620"/>
          </a:xfrm>
          <a:custGeom>
            <a:avLst/>
            <a:gdLst/>
            <a:ahLst/>
            <a:cxnLst/>
            <a:rect l="l" t="t" r="r" b="b"/>
            <a:pathLst>
              <a:path w="2867025" h="7620">
                <a:moveTo>
                  <a:pt x="0" y="0"/>
                </a:moveTo>
                <a:lnTo>
                  <a:pt x="2867025" y="0"/>
                </a:lnTo>
                <a:lnTo>
                  <a:pt x="2867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1671" y="31242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39314" y="310134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detailed customer avatars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81468" y="1184910"/>
            <a:ext cx="4827270" cy="2265045"/>
          </a:xfrm>
          <a:custGeom>
            <a:avLst/>
            <a:gdLst/>
            <a:ahLst/>
            <a:cxnLst/>
            <a:rect l="l" t="t" r="r" b="b"/>
            <a:pathLst>
              <a:path w="4827270" h="2265045">
                <a:moveTo>
                  <a:pt x="76196" y="0"/>
                </a:moveTo>
                <a:lnTo>
                  <a:pt x="4751074" y="0"/>
                </a:lnTo>
                <a:cubicBezTo>
                  <a:pt x="4793156" y="0"/>
                  <a:pt x="4827270" y="34114"/>
                  <a:pt x="4827270" y="76196"/>
                </a:cubicBezTo>
                <a:lnTo>
                  <a:pt x="4827270" y="2188849"/>
                </a:lnTo>
                <a:cubicBezTo>
                  <a:pt x="4827270" y="2230931"/>
                  <a:pt x="4793156" y="2265045"/>
                  <a:pt x="4751074" y="2265045"/>
                </a:cubicBezTo>
                <a:lnTo>
                  <a:pt x="76196" y="2265045"/>
                </a:lnTo>
                <a:cubicBezTo>
                  <a:pt x="34114" y="2265045"/>
                  <a:pt x="0" y="2230931"/>
                  <a:pt x="0" y="218884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7678" y="13411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90053" y="13411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7678" y="1912623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 &amp; Voice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7678" y="2255523"/>
            <a:ext cx="4591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brand messaging guidelines reflecting personality and values. Include voice and tone examples.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7678" y="3021333"/>
            <a:ext cx="4514850" cy="7620"/>
          </a:xfrm>
          <a:custGeom>
            <a:avLst/>
            <a:gdLst/>
            <a:ahLst/>
            <a:cxnLst/>
            <a:rect l="l" t="t" r="r" b="b"/>
            <a:pathLst>
              <a:path w="4514850" h="7620">
                <a:moveTo>
                  <a:pt x="0" y="0"/>
                </a:moveTo>
                <a:lnTo>
                  <a:pt x="4514850" y="0"/>
                </a:lnTo>
                <a:lnTo>
                  <a:pt x="4514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56728" y="3124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25016"/>
                </a:moveTo>
                <a:cubicBezTo>
                  <a:pt x="103503" y="125016"/>
                  <a:pt x="133350" y="97017"/>
                  <a:pt x="133350" y="62508"/>
                </a:cubicBezTo>
                <a:cubicBezTo>
                  <a:pt x="133350" y="27998"/>
                  <a:pt x="103503" y="0"/>
                  <a:pt x="66675" y="0"/>
                </a:cubicBezTo>
                <a:cubicBezTo>
                  <a:pt x="29847" y="0"/>
                  <a:pt x="0" y="27998"/>
                  <a:pt x="0" y="62508"/>
                </a:cubicBezTo>
                <a:cubicBezTo>
                  <a:pt x="0" y="76650"/>
                  <a:pt x="5001" y="89673"/>
                  <a:pt x="13439" y="100143"/>
                </a:cubicBezTo>
                <a:lnTo>
                  <a:pt x="729" y="124182"/>
                </a:lnTo>
                <a:cubicBezTo>
                  <a:pt x="-521" y="126526"/>
                  <a:pt x="-130" y="129391"/>
                  <a:pt x="1667" y="131345"/>
                </a:cubicBezTo>
                <a:cubicBezTo>
                  <a:pt x="3464" y="133298"/>
                  <a:pt x="6303" y="133897"/>
                  <a:pt x="8725" y="132855"/>
                </a:cubicBezTo>
                <a:lnTo>
                  <a:pt x="39562" y="119650"/>
                </a:lnTo>
                <a:cubicBezTo>
                  <a:pt x="47845" y="123088"/>
                  <a:pt x="57012" y="125016"/>
                  <a:pt x="66675" y="125016"/>
                </a:cubicBezTo>
                <a:close/>
                <a:moveTo>
                  <a:pt x="33337" y="54173"/>
                </a:moveTo>
                <a:cubicBezTo>
                  <a:pt x="37937" y="54173"/>
                  <a:pt x="41672" y="57908"/>
                  <a:pt x="41672" y="62508"/>
                </a:cubicBezTo>
                <a:cubicBezTo>
                  <a:pt x="41672" y="67108"/>
                  <a:pt x="37937" y="70842"/>
                  <a:pt x="33337" y="70842"/>
                </a:cubicBezTo>
                <a:cubicBezTo>
                  <a:pt x="28738" y="70842"/>
                  <a:pt x="25003" y="67108"/>
                  <a:pt x="25003" y="62508"/>
                </a:cubicBezTo>
                <a:cubicBezTo>
                  <a:pt x="25003" y="57908"/>
                  <a:pt x="28738" y="54173"/>
                  <a:pt x="33337" y="54173"/>
                </a:cubicBezTo>
                <a:close/>
                <a:moveTo>
                  <a:pt x="66675" y="54173"/>
                </a:moveTo>
                <a:cubicBezTo>
                  <a:pt x="71275" y="54173"/>
                  <a:pt x="75009" y="57908"/>
                  <a:pt x="75009" y="62508"/>
                </a:cubicBezTo>
                <a:cubicBezTo>
                  <a:pt x="75009" y="67108"/>
                  <a:pt x="71275" y="70842"/>
                  <a:pt x="66675" y="70842"/>
                </a:cubicBezTo>
                <a:cubicBezTo>
                  <a:pt x="62075" y="70842"/>
                  <a:pt x="58341" y="67108"/>
                  <a:pt x="58341" y="62508"/>
                </a:cubicBezTo>
                <a:cubicBezTo>
                  <a:pt x="58341" y="57908"/>
                  <a:pt x="62075" y="54173"/>
                  <a:pt x="66675" y="54173"/>
                </a:cubicBezTo>
                <a:close/>
                <a:moveTo>
                  <a:pt x="91678" y="62508"/>
                </a:moveTo>
                <a:cubicBezTo>
                  <a:pt x="91678" y="57908"/>
                  <a:pt x="95413" y="54173"/>
                  <a:pt x="100013" y="54173"/>
                </a:cubicBezTo>
                <a:cubicBezTo>
                  <a:pt x="104612" y="54173"/>
                  <a:pt x="108347" y="57908"/>
                  <a:pt x="108347" y="62508"/>
                </a:cubicBezTo>
                <a:cubicBezTo>
                  <a:pt x="108347" y="67108"/>
                  <a:pt x="104612" y="70842"/>
                  <a:pt x="100013" y="70842"/>
                </a:cubicBezTo>
                <a:cubicBezTo>
                  <a:pt x="95413" y="70842"/>
                  <a:pt x="91678" y="67108"/>
                  <a:pt x="91678" y="6250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37703" y="3101341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tone across all channels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3569969"/>
            <a:ext cx="4827270" cy="2036445"/>
          </a:xfrm>
          <a:custGeom>
            <a:avLst/>
            <a:gdLst/>
            <a:ahLst/>
            <a:cxnLst/>
            <a:rect l="l" t="t" r="r" b="b"/>
            <a:pathLst>
              <a:path w="4827270" h="2036445">
                <a:moveTo>
                  <a:pt x="76204" y="0"/>
                </a:moveTo>
                <a:lnTo>
                  <a:pt x="4751066" y="0"/>
                </a:lnTo>
                <a:cubicBezTo>
                  <a:pt x="4793152" y="0"/>
                  <a:pt x="4827270" y="34118"/>
                  <a:pt x="4827270" y="76204"/>
                </a:cubicBezTo>
                <a:lnTo>
                  <a:pt x="4827270" y="1960241"/>
                </a:lnTo>
                <a:cubicBezTo>
                  <a:pt x="4827270" y="2002327"/>
                  <a:pt x="4793152" y="2036445"/>
                  <a:pt x="4751066" y="2036445"/>
                </a:cubicBezTo>
                <a:lnTo>
                  <a:pt x="76204" y="2036445"/>
                </a:lnTo>
                <a:cubicBezTo>
                  <a:pt x="34118" y="2036445"/>
                  <a:pt x="0" y="2002327"/>
                  <a:pt x="0" y="1960241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1020" y="3726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395" y="3726182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1020" y="4297682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Pillars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020" y="4640582"/>
            <a:ext cx="459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 3-5 core themes you want to be known for. Align with expertise, audience interests, and business goals.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1020" y="5177792"/>
            <a:ext cx="4514850" cy="7620"/>
          </a:xfrm>
          <a:custGeom>
            <a:avLst/>
            <a:gdLst/>
            <a:ahLst/>
            <a:cxnLst/>
            <a:rect l="l" t="t" r="r" b="b"/>
            <a:pathLst>
              <a:path w="4514850" h="7620">
                <a:moveTo>
                  <a:pt x="0" y="0"/>
                </a:moveTo>
                <a:lnTo>
                  <a:pt x="4514850" y="0"/>
                </a:lnTo>
                <a:lnTo>
                  <a:pt x="4514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0070" y="52806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006" y="16669"/>
                </a:moveTo>
                <a:cubicBezTo>
                  <a:pt x="50006" y="12059"/>
                  <a:pt x="53731" y="8334"/>
                  <a:pt x="58341" y="8334"/>
                </a:cubicBezTo>
                <a:lnTo>
                  <a:pt x="75009" y="8334"/>
                </a:lnTo>
                <a:cubicBezTo>
                  <a:pt x="79619" y="8334"/>
                  <a:pt x="83344" y="12059"/>
                  <a:pt x="83344" y="16669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72926" y="41672"/>
                </a:lnTo>
                <a:lnTo>
                  <a:pt x="72926" y="58341"/>
                </a:lnTo>
                <a:lnTo>
                  <a:pt x="104180" y="58341"/>
                </a:lnTo>
                <a:cubicBezTo>
                  <a:pt x="114546" y="58341"/>
                  <a:pt x="122932" y="66727"/>
                  <a:pt x="122932" y="77093"/>
                </a:cubicBezTo>
                <a:lnTo>
                  <a:pt x="12293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lnTo>
                  <a:pt x="133350" y="116681"/>
                </a:lnTo>
                <a:cubicBezTo>
                  <a:pt x="133350" y="121291"/>
                  <a:pt x="129626" y="125016"/>
                  <a:pt x="125016" y="125016"/>
                </a:cubicBezTo>
                <a:lnTo>
                  <a:pt x="108347" y="125016"/>
                </a:lnTo>
                <a:cubicBezTo>
                  <a:pt x="103737" y="125016"/>
                  <a:pt x="100013" y="121291"/>
                  <a:pt x="100013" y="116681"/>
                </a:cubicBezTo>
                <a:lnTo>
                  <a:pt x="100013" y="100013"/>
                </a:lnTo>
                <a:cubicBezTo>
                  <a:pt x="100013" y="95403"/>
                  <a:pt x="103737" y="91678"/>
                  <a:pt x="108347" y="91678"/>
                </a:cubicBezTo>
                <a:lnTo>
                  <a:pt x="110430" y="91678"/>
                </a:lnTo>
                <a:lnTo>
                  <a:pt x="110430" y="77093"/>
                </a:lnTo>
                <a:cubicBezTo>
                  <a:pt x="110430" y="73629"/>
                  <a:pt x="107644" y="70842"/>
                  <a:pt x="104180" y="70842"/>
                </a:cubicBezTo>
                <a:lnTo>
                  <a:pt x="72926" y="70842"/>
                </a:lnTo>
                <a:lnTo>
                  <a:pt x="72926" y="91678"/>
                </a:lnTo>
                <a:lnTo>
                  <a:pt x="75009" y="91678"/>
                </a:lnTo>
                <a:cubicBezTo>
                  <a:pt x="79619" y="91678"/>
                  <a:pt x="83344" y="95403"/>
                  <a:pt x="83344" y="100013"/>
                </a:cubicBezTo>
                <a:lnTo>
                  <a:pt x="83344" y="116681"/>
                </a:lnTo>
                <a:cubicBezTo>
                  <a:pt x="83344" y="121291"/>
                  <a:pt x="79619" y="125016"/>
                  <a:pt x="75009" y="125016"/>
                </a:cubicBezTo>
                <a:lnTo>
                  <a:pt x="58341" y="125016"/>
                </a:lnTo>
                <a:cubicBezTo>
                  <a:pt x="53731" y="125016"/>
                  <a:pt x="50006" y="121291"/>
                  <a:pt x="50006" y="116681"/>
                </a:cubicBezTo>
                <a:lnTo>
                  <a:pt x="50006" y="100013"/>
                </a:lnTo>
                <a:cubicBezTo>
                  <a:pt x="50006" y="95403"/>
                  <a:pt x="53731" y="91678"/>
                  <a:pt x="58341" y="91678"/>
                </a:cubicBezTo>
                <a:lnTo>
                  <a:pt x="60424" y="91678"/>
                </a:lnTo>
                <a:lnTo>
                  <a:pt x="60424" y="70842"/>
                </a:lnTo>
                <a:lnTo>
                  <a:pt x="29170" y="70842"/>
                </a:lnTo>
                <a:cubicBezTo>
                  <a:pt x="25706" y="70842"/>
                  <a:pt x="22920" y="73629"/>
                  <a:pt x="22920" y="77093"/>
                </a:cubicBezTo>
                <a:lnTo>
                  <a:pt x="22920" y="91678"/>
                </a:lnTo>
                <a:lnTo>
                  <a:pt x="25003" y="91678"/>
                </a:lnTo>
                <a:cubicBezTo>
                  <a:pt x="29613" y="91678"/>
                  <a:pt x="33337" y="95403"/>
                  <a:pt x="33337" y="100013"/>
                </a:cubicBezTo>
                <a:lnTo>
                  <a:pt x="33337" y="116681"/>
                </a:lnTo>
                <a:cubicBezTo>
                  <a:pt x="33337" y="121291"/>
                  <a:pt x="29613" y="125016"/>
                  <a:pt x="25003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0013"/>
                </a:lnTo>
                <a:cubicBezTo>
                  <a:pt x="0" y="95403"/>
                  <a:pt x="3724" y="91678"/>
                  <a:pt x="8334" y="91678"/>
                </a:cubicBezTo>
                <a:lnTo>
                  <a:pt x="10418" y="91678"/>
                </a:lnTo>
                <a:lnTo>
                  <a:pt x="10418" y="77093"/>
                </a:lnTo>
                <a:cubicBezTo>
                  <a:pt x="10418" y="66727"/>
                  <a:pt x="18804" y="58341"/>
                  <a:pt x="29170" y="58341"/>
                </a:cubicBezTo>
                <a:lnTo>
                  <a:pt x="60424" y="58341"/>
                </a:lnTo>
                <a:lnTo>
                  <a:pt x="60424" y="41672"/>
                </a:lnTo>
                <a:lnTo>
                  <a:pt x="58341" y="41672"/>
                </a:lnTo>
                <a:cubicBezTo>
                  <a:pt x="53731" y="41672"/>
                  <a:pt x="50006" y="37947"/>
                  <a:pt x="50006" y="33337"/>
                </a:cubicBezTo>
                <a:lnTo>
                  <a:pt x="50006" y="1666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1045" y="5257800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topical authority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2333" y="3569969"/>
            <a:ext cx="3179445" cy="2036445"/>
          </a:xfrm>
          <a:custGeom>
            <a:avLst/>
            <a:gdLst/>
            <a:ahLst/>
            <a:cxnLst/>
            <a:rect l="l" t="t" r="r" b="b"/>
            <a:pathLst>
              <a:path w="3179445" h="2036445">
                <a:moveTo>
                  <a:pt x="76204" y="0"/>
                </a:moveTo>
                <a:lnTo>
                  <a:pt x="3103241" y="0"/>
                </a:lnTo>
                <a:cubicBezTo>
                  <a:pt x="3145327" y="0"/>
                  <a:pt x="3179445" y="34118"/>
                  <a:pt x="3179445" y="76204"/>
                </a:cubicBezTo>
                <a:lnTo>
                  <a:pt x="3179445" y="1960241"/>
                </a:lnTo>
                <a:cubicBezTo>
                  <a:pt x="3179445" y="2002327"/>
                  <a:pt x="3145327" y="2036445"/>
                  <a:pt x="3103241" y="2036445"/>
                </a:cubicBezTo>
                <a:lnTo>
                  <a:pt x="76204" y="2036445"/>
                </a:lnTo>
                <a:cubicBezTo>
                  <a:pt x="34118" y="2036445"/>
                  <a:pt x="0" y="2002327"/>
                  <a:pt x="0" y="1960241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8543" y="3726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40918" y="3726182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8543" y="4297682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Formats &amp; Channels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8543" y="4640582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Decide content types and where each lives. Tailor format to platform usage.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8543" y="5177792"/>
            <a:ext cx="2867025" cy="7620"/>
          </a:xfrm>
          <a:custGeom>
            <a:avLst/>
            <a:gdLst/>
            <a:ahLst/>
            <a:cxnLst/>
            <a:rect l="l" t="t" r="r" b="b"/>
            <a:pathLst>
              <a:path w="2867025" h="7620">
                <a:moveTo>
                  <a:pt x="0" y="0"/>
                </a:moveTo>
                <a:lnTo>
                  <a:pt x="2867025" y="0"/>
                </a:lnTo>
                <a:lnTo>
                  <a:pt x="2867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07593" y="52806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0013" y="50006"/>
                </a:moveTo>
                <a:cubicBezTo>
                  <a:pt x="113816" y="50006"/>
                  <a:pt x="125016" y="38807"/>
                  <a:pt x="125016" y="25003"/>
                </a:cubicBezTo>
                <a:cubicBezTo>
                  <a:pt x="125016" y="11199"/>
                  <a:pt x="113816" y="0"/>
                  <a:pt x="100013" y="0"/>
                </a:cubicBezTo>
                <a:cubicBezTo>
                  <a:pt x="86209" y="0"/>
                  <a:pt x="75009" y="11199"/>
                  <a:pt x="75009" y="25003"/>
                </a:cubicBezTo>
                <a:cubicBezTo>
                  <a:pt x="75009" y="26410"/>
                  <a:pt x="75140" y="27816"/>
                  <a:pt x="75348" y="29170"/>
                </a:cubicBezTo>
                <a:lnTo>
                  <a:pt x="41568" y="47949"/>
                </a:lnTo>
                <a:cubicBezTo>
                  <a:pt x="37166" y="44042"/>
                  <a:pt x="31358" y="41672"/>
                  <a:pt x="25003" y="41672"/>
                </a:cubicBezTo>
                <a:cubicBezTo>
                  <a:pt x="11199" y="41672"/>
                  <a:pt x="0" y="52871"/>
                  <a:pt x="0" y="66675"/>
                </a:cubicBezTo>
                <a:cubicBezTo>
                  <a:pt x="0" y="80479"/>
                  <a:pt x="11199" y="91678"/>
                  <a:pt x="25003" y="91678"/>
                </a:cubicBezTo>
                <a:cubicBezTo>
                  <a:pt x="31358" y="91678"/>
                  <a:pt x="37140" y="89308"/>
                  <a:pt x="41568" y="85401"/>
                </a:cubicBezTo>
                <a:lnTo>
                  <a:pt x="75348" y="104180"/>
                </a:lnTo>
                <a:cubicBezTo>
                  <a:pt x="75114" y="105534"/>
                  <a:pt x="75009" y="106914"/>
                  <a:pt x="75009" y="108347"/>
                </a:cubicBezTo>
                <a:cubicBezTo>
                  <a:pt x="75009" y="122151"/>
                  <a:pt x="86209" y="133350"/>
                  <a:pt x="100013" y="133350"/>
                </a:cubicBezTo>
                <a:cubicBezTo>
                  <a:pt x="113816" y="133350"/>
                  <a:pt x="125016" y="122151"/>
                  <a:pt x="125016" y="108347"/>
                </a:cubicBezTo>
                <a:cubicBezTo>
                  <a:pt x="125016" y="94543"/>
                  <a:pt x="113816" y="83344"/>
                  <a:pt x="100013" y="83344"/>
                </a:cubicBezTo>
                <a:cubicBezTo>
                  <a:pt x="93658" y="83344"/>
                  <a:pt x="87876" y="85714"/>
                  <a:pt x="83448" y="89621"/>
                </a:cubicBezTo>
                <a:lnTo>
                  <a:pt x="49668" y="70842"/>
                </a:lnTo>
                <a:cubicBezTo>
                  <a:pt x="49902" y="69488"/>
                  <a:pt x="50006" y="68107"/>
                  <a:pt x="50006" y="66675"/>
                </a:cubicBezTo>
                <a:cubicBezTo>
                  <a:pt x="50006" y="65243"/>
                  <a:pt x="49876" y="63862"/>
                  <a:pt x="49668" y="62508"/>
                </a:cubicBezTo>
                <a:lnTo>
                  <a:pt x="83448" y="43729"/>
                </a:lnTo>
                <a:cubicBezTo>
                  <a:pt x="87850" y="47636"/>
                  <a:pt x="93658" y="50006"/>
                  <a:pt x="100013" y="5000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88568" y="52578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Multi-channel approach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30722" y="3569969"/>
            <a:ext cx="3179445" cy="2036445"/>
          </a:xfrm>
          <a:custGeom>
            <a:avLst/>
            <a:gdLst/>
            <a:ahLst/>
            <a:cxnLst/>
            <a:rect l="l" t="t" r="r" b="b"/>
            <a:pathLst>
              <a:path w="3179445" h="2036445">
                <a:moveTo>
                  <a:pt x="76204" y="0"/>
                </a:moveTo>
                <a:lnTo>
                  <a:pt x="3103241" y="0"/>
                </a:lnTo>
                <a:cubicBezTo>
                  <a:pt x="3145327" y="0"/>
                  <a:pt x="3179445" y="34118"/>
                  <a:pt x="3179445" y="76204"/>
                </a:cubicBezTo>
                <a:lnTo>
                  <a:pt x="3179445" y="1960241"/>
                </a:lnTo>
                <a:cubicBezTo>
                  <a:pt x="3179445" y="2002327"/>
                  <a:pt x="3145327" y="2036445"/>
                  <a:pt x="3103241" y="2036445"/>
                </a:cubicBezTo>
                <a:lnTo>
                  <a:pt x="76204" y="2036445"/>
                </a:lnTo>
                <a:cubicBezTo>
                  <a:pt x="34118" y="2036445"/>
                  <a:pt x="0" y="2002327"/>
                  <a:pt x="0" y="1960241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786932" y="3726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39307" y="3726182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86932" y="4297682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&amp; Governance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86932" y="4640582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how content moves from idea to published. Outline steps, roles, timelines.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786932" y="5177792"/>
            <a:ext cx="2867025" cy="7620"/>
          </a:xfrm>
          <a:custGeom>
            <a:avLst/>
            <a:gdLst/>
            <a:ahLst/>
            <a:cxnLst/>
            <a:rect l="l" t="t" r="r" b="b"/>
            <a:pathLst>
              <a:path w="2867025" h="7620">
                <a:moveTo>
                  <a:pt x="0" y="0"/>
                </a:moveTo>
                <a:lnTo>
                  <a:pt x="2867025" y="0"/>
                </a:lnTo>
                <a:lnTo>
                  <a:pt x="2867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805982" y="52806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86957" y="52578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the entire process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4810" y="5726433"/>
            <a:ext cx="11418570" cy="1074420"/>
          </a:xfrm>
          <a:custGeom>
            <a:avLst/>
            <a:gdLst/>
            <a:ahLst/>
            <a:cxnLst/>
            <a:rect l="l" t="t" r="r" b="b"/>
            <a:pathLst>
              <a:path w="11418570" h="1074420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998222"/>
                </a:lnTo>
                <a:cubicBezTo>
                  <a:pt x="11418570" y="1040305"/>
                  <a:pt x="11384455" y="1074420"/>
                  <a:pt x="11342372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50000">
                <a:srgbClr val="8D99AE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41020" y="60350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3395" y="603504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50620" y="5882641"/>
            <a:ext cx="781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Measurement &amp; Optimization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50620" y="6187441"/>
            <a:ext cx="7800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KPIs for each content type. Track performance with analytics tools. Double down on what works, adjust what doesn't.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26009" y="6130291"/>
            <a:ext cx="590550" cy="266700"/>
          </a:xfrm>
          <a:custGeom>
            <a:avLst/>
            <a:gdLst/>
            <a:ahLst/>
            <a:cxnLst/>
            <a:rect l="l" t="t" r="r" b="b"/>
            <a:pathLst>
              <a:path w="590550" h="2667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228599"/>
                </a:lnTo>
                <a:cubicBezTo>
                  <a:pt x="590550" y="249628"/>
                  <a:pt x="573478" y="266700"/>
                  <a:pt x="552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026009" y="6130291"/>
            <a:ext cx="657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692164" y="6130291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38101" y="0"/>
                </a:moveTo>
                <a:lnTo>
                  <a:pt x="904874" y="0"/>
                </a:lnTo>
                <a:cubicBezTo>
                  <a:pt x="925917" y="0"/>
                  <a:pt x="942975" y="17058"/>
                  <a:pt x="942975" y="38101"/>
                </a:cubicBezTo>
                <a:lnTo>
                  <a:pt x="942975" y="228599"/>
                </a:lnTo>
                <a:cubicBezTo>
                  <a:pt x="942975" y="249642"/>
                  <a:pt x="925917" y="266700"/>
                  <a:pt x="9048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92164" y="6130291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708006" y="6130291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38101" y="0"/>
                </a:moveTo>
                <a:lnTo>
                  <a:pt x="904874" y="0"/>
                </a:lnTo>
                <a:cubicBezTo>
                  <a:pt x="925917" y="0"/>
                  <a:pt x="942975" y="17058"/>
                  <a:pt x="942975" y="38101"/>
                </a:cubicBezTo>
                <a:lnTo>
                  <a:pt x="942975" y="228599"/>
                </a:lnTo>
                <a:cubicBezTo>
                  <a:pt x="942975" y="249642"/>
                  <a:pt x="925917" y="266700"/>
                  <a:pt x="9048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708006" y="6130291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Audience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Your Target Audience Deeply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6789420" cy="1531620"/>
          </a:xfrm>
          <a:custGeom>
            <a:avLst/>
            <a:gdLst/>
            <a:ahLst/>
            <a:cxnLst/>
            <a:rect l="l" t="t" r="r" b="b"/>
            <a:pathLst>
              <a:path w="6789420" h="1531620">
                <a:moveTo>
                  <a:pt x="76198" y="0"/>
                </a:moveTo>
                <a:lnTo>
                  <a:pt x="6713222" y="0"/>
                </a:lnTo>
                <a:cubicBezTo>
                  <a:pt x="6755305" y="0"/>
                  <a:pt x="6789420" y="34115"/>
                  <a:pt x="6789420" y="76198"/>
                </a:cubicBezTo>
                <a:lnTo>
                  <a:pt x="6789420" y="1455422"/>
                </a:lnTo>
                <a:cubicBezTo>
                  <a:pt x="6789420" y="1497505"/>
                  <a:pt x="6755305" y="1531620"/>
                  <a:pt x="671322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411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8176" y="14458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6320" y="1398273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Goals &amp;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836423"/>
            <a:ext cx="655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your avatar trying to achieve? What values do they hold dear?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141223"/>
            <a:ext cx="6477000" cy="419100"/>
          </a:xfrm>
          <a:custGeom>
            <a:avLst/>
            <a:gdLst/>
            <a:ahLst/>
            <a:cxnLst/>
            <a:rect l="l" t="t" r="r" b="b"/>
            <a:pathLst>
              <a:path w="6477000" h="419100">
                <a:moveTo>
                  <a:pt x="38100" y="0"/>
                </a:moveTo>
                <a:lnTo>
                  <a:pt x="6438900" y="0"/>
                </a:lnTo>
                <a:cubicBezTo>
                  <a:pt x="6459942" y="0"/>
                  <a:pt x="6477000" y="17058"/>
                  <a:pt x="6477000" y="38100"/>
                </a:cubicBezTo>
                <a:lnTo>
                  <a:pt x="6477000" y="381000"/>
                </a:lnTo>
                <a:cubicBezTo>
                  <a:pt x="6477000" y="402042"/>
                  <a:pt x="6459942" y="419100"/>
                  <a:pt x="6438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5320" y="2255523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Application: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content that helps them achieve goals and aligns with their values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2838451"/>
            <a:ext cx="6789420" cy="1531620"/>
          </a:xfrm>
          <a:custGeom>
            <a:avLst/>
            <a:gdLst/>
            <a:ahLst/>
            <a:cxnLst/>
            <a:rect l="l" t="t" r="r" b="b"/>
            <a:pathLst>
              <a:path w="6789420" h="1531620">
                <a:moveTo>
                  <a:pt x="76198" y="0"/>
                </a:moveTo>
                <a:lnTo>
                  <a:pt x="6713222" y="0"/>
                </a:lnTo>
                <a:cubicBezTo>
                  <a:pt x="6755305" y="0"/>
                  <a:pt x="6789420" y="34115"/>
                  <a:pt x="6789420" y="76198"/>
                </a:cubicBezTo>
                <a:lnTo>
                  <a:pt x="6789420" y="1455422"/>
                </a:lnTo>
                <a:cubicBezTo>
                  <a:pt x="6789420" y="1497505"/>
                  <a:pt x="6755305" y="1531620"/>
                  <a:pt x="671322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1020" y="29946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892" y="309943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6320" y="3051809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Sources of 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020" y="3489959"/>
            <a:ext cx="655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books, magazines, blogs, and publications do they reference?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020" y="3794759"/>
            <a:ext cx="6477000" cy="419100"/>
          </a:xfrm>
          <a:custGeom>
            <a:avLst/>
            <a:gdLst/>
            <a:ahLst/>
            <a:cxnLst/>
            <a:rect l="l" t="t" r="r" b="b"/>
            <a:pathLst>
              <a:path w="6477000" h="419100">
                <a:moveTo>
                  <a:pt x="38100" y="0"/>
                </a:moveTo>
                <a:lnTo>
                  <a:pt x="6438900" y="0"/>
                </a:lnTo>
                <a:cubicBezTo>
                  <a:pt x="6459942" y="0"/>
                  <a:pt x="6477000" y="17058"/>
                  <a:pt x="6477000" y="38100"/>
                </a:cubicBezTo>
                <a:lnTo>
                  <a:pt x="6477000" y="381000"/>
                </a:lnTo>
                <a:cubicBezTo>
                  <a:pt x="6477000" y="402042"/>
                  <a:pt x="6459942" y="419100"/>
                  <a:pt x="6438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320" y="3909059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Application: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Guest post on those platforms, reference those sources, appear where they look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491992"/>
            <a:ext cx="6789420" cy="1531620"/>
          </a:xfrm>
          <a:custGeom>
            <a:avLst/>
            <a:gdLst/>
            <a:ahLst/>
            <a:cxnLst/>
            <a:rect l="l" t="t" r="r" b="b"/>
            <a:pathLst>
              <a:path w="6789420" h="1531620">
                <a:moveTo>
                  <a:pt x="76198" y="0"/>
                </a:moveTo>
                <a:lnTo>
                  <a:pt x="6713222" y="0"/>
                </a:lnTo>
                <a:cubicBezTo>
                  <a:pt x="6755305" y="0"/>
                  <a:pt x="6789420" y="34115"/>
                  <a:pt x="6789420" y="76198"/>
                </a:cubicBezTo>
                <a:lnTo>
                  <a:pt x="6789420" y="1455422"/>
                </a:lnTo>
                <a:cubicBezTo>
                  <a:pt x="6789420" y="1497505"/>
                  <a:pt x="6755305" y="1531620"/>
                  <a:pt x="6713222" y="1531620"/>
                </a:cubicBezTo>
                <a:lnTo>
                  <a:pt x="76198" y="1531620"/>
                </a:lnTo>
                <a:cubicBezTo>
                  <a:pt x="34115" y="1531620"/>
                  <a:pt x="0" y="1497505"/>
                  <a:pt x="0" y="14554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1020" y="4648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892" y="47529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6320" y="47053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Demographics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020" y="5143500"/>
            <a:ext cx="655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age, gender, income, location, and job title of your avatar?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1020" y="5448300"/>
            <a:ext cx="6477000" cy="419100"/>
          </a:xfrm>
          <a:custGeom>
            <a:avLst/>
            <a:gdLst/>
            <a:ahLst/>
            <a:cxnLst/>
            <a:rect l="l" t="t" r="r" b="b"/>
            <a:pathLst>
              <a:path w="6477000" h="419100">
                <a:moveTo>
                  <a:pt x="38100" y="0"/>
                </a:moveTo>
                <a:lnTo>
                  <a:pt x="6438900" y="0"/>
                </a:lnTo>
                <a:cubicBezTo>
                  <a:pt x="6459942" y="0"/>
                  <a:pt x="6477000" y="17058"/>
                  <a:pt x="6477000" y="38100"/>
                </a:cubicBezTo>
                <a:lnTo>
                  <a:pt x="6477000" y="381000"/>
                </a:lnTo>
                <a:cubicBezTo>
                  <a:pt x="6477000" y="402042"/>
                  <a:pt x="6459942" y="419100"/>
                  <a:pt x="6438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5320" y="556260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Application: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Tailor language, examples, and tone to match their demographic profile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34250" y="1184910"/>
            <a:ext cx="4474845" cy="1722120"/>
          </a:xfrm>
          <a:custGeom>
            <a:avLst/>
            <a:gdLst/>
            <a:ahLst/>
            <a:cxnLst/>
            <a:rect l="l" t="t" r="r" b="b"/>
            <a:pathLst>
              <a:path w="4474845" h="1722120">
                <a:moveTo>
                  <a:pt x="76204" y="0"/>
                </a:moveTo>
                <a:lnTo>
                  <a:pt x="4398641" y="0"/>
                </a:lnTo>
                <a:cubicBezTo>
                  <a:pt x="4440727" y="0"/>
                  <a:pt x="4474845" y="34118"/>
                  <a:pt x="4474845" y="76204"/>
                </a:cubicBezTo>
                <a:lnTo>
                  <a:pt x="4474845" y="1645916"/>
                </a:lnTo>
                <a:cubicBezTo>
                  <a:pt x="4474845" y="1688002"/>
                  <a:pt x="4440727" y="1722120"/>
                  <a:pt x="439864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0460" y="13411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97616" y="14458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85760" y="1398273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Challenges &amp; Pain Points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0460" y="1836423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holds them back from achieving their goals?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0460" y="2141223"/>
            <a:ext cx="4162425" cy="609600"/>
          </a:xfrm>
          <a:custGeom>
            <a:avLst/>
            <a:gdLst/>
            <a:ahLst/>
            <a:cxnLst/>
            <a:rect l="l" t="t" r="r" b="b"/>
            <a:pathLst>
              <a:path w="4162425" h="6096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571500"/>
                </a:lnTo>
                <a:cubicBezTo>
                  <a:pt x="4162425" y="592528"/>
                  <a:pt x="4145353" y="609600"/>
                  <a:pt x="4124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04760" y="2255523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Application: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problem-solving content that addresses specific pain points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4250" y="3028951"/>
            <a:ext cx="4474845" cy="1722120"/>
          </a:xfrm>
          <a:custGeom>
            <a:avLst/>
            <a:gdLst/>
            <a:ahLst/>
            <a:cxnLst/>
            <a:rect l="l" t="t" r="r" b="b"/>
            <a:pathLst>
              <a:path w="4474845" h="1722120">
                <a:moveTo>
                  <a:pt x="76204" y="0"/>
                </a:moveTo>
                <a:lnTo>
                  <a:pt x="4398641" y="0"/>
                </a:lnTo>
                <a:cubicBezTo>
                  <a:pt x="4440727" y="0"/>
                  <a:pt x="4474845" y="34118"/>
                  <a:pt x="4474845" y="76204"/>
                </a:cubicBezTo>
                <a:lnTo>
                  <a:pt x="4474845" y="1645916"/>
                </a:lnTo>
                <a:cubicBezTo>
                  <a:pt x="4474845" y="1688002"/>
                  <a:pt x="4440727" y="1722120"/>
                  <a:pt x="439864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90460" y="3185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97616" y="32899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6441" y="10716"/>
                </a:moveTo>
                <a:cubicBezTo>
                  <a:pt x="96441" y="4789"/>
                  <a:pt x="91652" y="0"/>
                  <a:pt x="85725" y="0"/>
                </a:cubicBezTo>
                <a:cubicBezTo>
                  <a:pt x="79798" y="0"/>
                  <a:pt x="75009" y="4789"/>
                  <a:pt x="75009" y="10716"/>
                </a:cubicBezTo>
                <a:lnTo>
                  <a:pt x="75009" y="80367"/>
                </a:lnTo>
                <a:cubicBezTo>
                  <a:pt x="75009" y="83314"/>
                  <a:pt x="72598" y="85725"/>
                  <a:pt x="69652" y="85725"/>
                </a:cubicBezTo>
                <a:cubicBezTo>
                  <a:pt x="66705" y="85725"/>
                  <a:pt x="64294" y="83314"/>
                  <a:pt x="64294" y="80367"/>
                </a:cubicBezTo>
                <a:lnTo>
                  <a:pt x="64294" y="21431"/>
                </a:lnTo>
                <a:cubicBezTo>
                  <a:pt x="64294" y="15504"/>
                  <a:pt x="59505" y="10716"/>
                  <a:pt x="53578" y="10716"/>
                </a:cubicBezTo>
                <a:cubicBezTo>
                  <a:pt x="47651" y="10716"/>
                  <a:pt x="42863" y="15504"/>
                  <a:pt x="42863" y="21431"/>
                </a:cubicBezTo>
                <a:lnTo>
                  <a:pt x="42863" y="112514"/>
                </a:lnTo>
                <a:cubicBezTo>
                  <a:pt x="42863" y="113016"/>
                  <a:pt x="42863" y="113552"/>
                  <a:pt x="42896" y="114054"/>
                </a:cubicBezTo>
                <a:lnTo>
                  <a:pt x="22637" y="94766"/>
                </a:lnTo>
                <a:cubicBezTo>
                  <a:pt x="17279" y="89676"/>
                  <a:pt x="8807" y="89877"/>
                  <a:pt x="3683" y="95235"/>
                </a:cubicBezTo>
                <a:cubicBezTo>
                  <a:pt x="-1440" y="100593"/>
                  <a:pt x="-1206" y="109065"/>
                  <a:pt x="4152" y="114188"/>
                </a:cubicBezTo>
                <a:lnTo>
                  <a:pt x="41791" y="150019"/>
                </a:lnTo>
                <a:cubicBezTo>
                  <a:pt x="56224" y="163782"/>
                  <a:pt x="75411" y="171450"/>
                  <a:pt x="95369" y="171450"/>
                </a:cubicBezTo>
                <a:lnTo>
                  <a:pt x="101798" y="171450"/>
                </a:lnTo>
                <a:cubicBezTo>
                  <a:pt x="134347" y="171450"/>
                  <a:pt x="160734" y="145063"/>
                  <a:pt x="160734" y="112514"/>
                </a:cubicBezTo>
                <a:lnTo>
                  <a:pt x="160734" y="42863"/>
                </a:lnTo>
                <a:cubicBezTo>
                  <a:pt x="160734" y="36935"/>
                  <a:pt x="155946" y="32147"/>
                  <a:pt x="150019" y="32147"/>
                </a:cubicBezTo>
                <a:cubicBezTo>
                  <a:pt x="144092" y="32147"/>
                  <a:pt x="139303" y="36935"/>
                  <a:pt x="139303" y="42863"/>
                </a:cubicBezTo>
                <a:lnTo>
                  <a:pt x="139303" y="80367"/>
                </a:lnTo>
                <a:cubicBezTo>
                  <a:pt x="139303" y="83314"/>
                  <a:pt x="136892" y="85725"/>
                  <a:pt x="133945" y="85725"/>
                </a:cubicBezTo>
                <a:cubicBezTo>
                  <a:pt x="130999" y="85725"/>
                  <a:pt x="128588" y="83314"/>
                  <a:pt x="128588" y="80367"/>
                </a:cubicBezTo>
                <a:lnTo>
                  <a:pt x="128588" y="21431"/>
                </a:lnTo>
                <a:cubicBezTo>
                  <a:pt x="128588" y="15504"/>
                  <a:pt x="123799" y="10716"/>
                  <a:pt x="117872" y="10716"/>
                </a:cubicBezTo>
                <a:cubicBezTo>
                  <a:pt x="111945" y="10716"/>
                  <a:pt x="107156" y="15504"/>
                  <a:pt x="107156" y="21431"/>
                </a:cubicBezTo>
                <a:lnTo>
                  <a:pt x="107156" y="80367"/>
                </a:lnTo>
                <a:cubicBezTo>
                  <a:pt x="107156" y="83314"/>
                  <a:pt x="104745" y="85725"/>
                  <a:pt x="101798" y="85725"/>
                </a:cubicBezTo>
                <a:cubicBezTo>
                  <a:pt x="98852" y="85725"/>
                  <a:pt x="96441" y="83314"/>
                  <a:pt x="96441" y="80367"/>
                </a:cubicBezTo>
                <a:lnTo>
                  <a:pt x="96441" y="10716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85760" y="3242309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Objections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90460" y="3680459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might they choose not to buy your product or service?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0460" y="3985259"/>
            <a:ext cx="4162425" cy="609600"/>
          </a:xfrm>
          <a:custGeom>
            <a:avLst/>
            <a:gdLst/>
            <a:ahLst/>
            <a:cxnLst/>
            <a:rect l="l" t="t" r="r" b="b"/>
            <a:pathLst>
              <a:path w="4162425" h="6096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571500"/>
                </a:lnTo>
                <a:cubicBezTo>
                  <a:pt x="4162425" y="592528"/>
                  <a:pt x="4145353" y="609600"/>
                  <a:pt x="41243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04760" y="4099559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Application: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Address objections head-on in your content with evidence and testimonials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4250" y="4872992"/>
            <a:ext cx="4474845" cy="1912620"/>
          </a:xfrm>
          <a:custGeom>
            <a:avLst/>
            <a:gdLst/>
            <a:ahLst/>
            <a:cxnLst/>
            <a:rect l="l" t="t" r="r" b="b"/>
            <a:pathLst>
              <a:path w="4474845" h="1912620">
                <a:moveTo>
                  <a:pt x="76199" y="0"/>
                </a:moveTo>
                <a:lnTo>
                  <a:pt x="4398646" y="0"/>
                </a:lnTo>
                <a:cubicBezTo>
                  <a:pt x="4440730" y="0"/>
                  <a:pt x="4474845" y="34115"/>
                  <a:pt x="4474845" y="76199"/>
                </a:cubicBezTo>
                <a:lnTo>
                  <a:pt x="4474845" y="1836421"/>
                </a:lnTo>
                <a:cubicBezTo>
                  <a:pt x="4474845" y="1878505"/>
                  <a:pt x="4440730" y="1912620"/>
                  <a:pt x="4398646" y="1912620"/>
                </a:cubicBezTo>
                <a:lnTo>
                  <a:pt x="76199" y="1912620"/>
                </a:lnTo>
                <a:cubicBezTo>
                  <a:pt x="34115" y="1912620"/>
                  <a:pt x="0" y="1878505"/>
                  <a:pt x="0" y="18364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35704" y="507492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66685" y="5029200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Framework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90460" y="54102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avatar insights to create content that: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17845" y="5781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33348" y="57531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Solves their problems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17845" y="6010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33348" y="59817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Enters their conversations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7845" y="6238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33348" y="62103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Speaks to their goals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17845" y="6467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33348" y="64389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Meets objections directly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16dd1891f9f6241182e008c541396ad3162dbdff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31250" b="312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933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169798"/>
            <a:ext cx="673417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Homepage &amp; 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970148"/>
            <a:ext cx="6505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High-Converting Website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Homepage Content: The 5-Element Formula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8638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39065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&amp; Concise Message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90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you are and what you offer—instantly clear within 3 seconds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0955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700" y="21717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Mint: "Your financial life, all in one place"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7051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0050" y="2705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" y="285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8638" y="2857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291465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Headline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314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engaging, and problem-solving. No jargon.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6195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700" y="36957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Dropbox: "Your stuff, anywhere"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2291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0050" y="4229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15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8638" y="4381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443865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4838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choose you over competitors? What's your unique advantage?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51435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7700" y="52197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Slack: "Where work happens" + productivity benefits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1811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38100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2209808"/>
                </a:lnTo>
                <a:cubicBezTo>
                  <a:pt x="5619750" y="2251888"/>
                  <a:pt x="5585638" y="2286000"/>
                  <a:pt x="5543558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91250" y="118110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627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19838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13906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Elements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2700" y="17907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Testimonials, case studies, certifications, client logos, security badges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2700" y="2095500"/>
            <a:ext cx="2609850" cy="571500"/>
          </a:xfrm>
          <a:custGeom>
            <a:avLst/>
            <a:gdLst/>
            <a:ahLst/>
            <a:cxnLst/>
            <a:rect l="l" t="t" r="r" b="b"/>
            <a:pathLst>
              <a:path w="2609850" h="57150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81900" y="22021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5563" y="24003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Testimonials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2095500"/>
            <a:ext cx="2609850" cy="571500"/>
          </a:xfrm>
          <a:custGeom>
            <a:avLst/>
            <a:gdLst/>
            <a:ahLst/>
            <a:cxnLst/>
            <a:rect l="l" t="t" r="r" b="b"/>
            <a:pathLst>
              <a:path w="2609850" h="57150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277475" y="2202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91613" y="24003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2743200"/>
            <a:ext cx="2609850" cy="571500"/>
          </a:xfrm>
          <a:custGeom>
            <a:avLst/>
            <a:gdLst/>
            <a:ahLst/>
            <a:cxnLst/>
            <a:rect l="l" t="t" r="r" b="b"/>
            <a:pathLst>
              <a:path w="2609850" h="57150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91425" y="2849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5563" y="30480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Awards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48750" y="2743200"/>
            <a:ext cx="2609850" cy="571500"/>
          </a:xfrm>
          <a:custGeom>
            <a:avLst/>
            <a:gdLst/>
            <a:ahLst/>
            <a:cxnLst/>
            <a:rect l="l" t="t" r="r" b="b"/>
            <a:pathLst>
              <a:path w="2609850" h="57150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258425" y="284988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091613" y="30480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Logos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3581400"/>
            <a:ext cx="5619750" cy="2171700"/>
          </a:xfrm>
          <a:custGeom>
            <a:avLst/>
            <a:gdLst/>
            <a:ahLst/>
            <a:cxnLst/>
            <a:rect l="l" t="t" r="r" b="b"/>
            <a:pathLst>
              <a:path w="5619750" h="217170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2095495"/>
                </a:lnTo>
                <a:cubicBezTo>
                  <a:pt x="5619750" y="2137582"/>
                  <a:pt x="5585632" y="2171700"/>
                  <a:pt x="5543545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91250" y="358140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362700" y="3733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19838" y="37338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37909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CTA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41910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next step with action-oriented language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2700" y="44958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38900" y="45720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"Start Your Free Trial"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62700" y="48768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38900" y="49530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"Get Started Free"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2700" y="52578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38900" y="53340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"See How It Works"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33400" y="6134100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best homepages (like Mint and Dropbox) embrace simplicity, limit copy and visuals, and use whitespace strategically. Focus on ONE primary CTA.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kern="0" spc="104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Copywriting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Service/Product Pages That Convert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236" y="1173905"/>
            <a:ext cx="5641159" cy="3064986"/>
          </a:xfrm>
          <a:custGeom>
            <a:avLst/>
            <a:gdLst/>
            <a:ahLst/>
            <a:cxnLst/>
            <a:rect l="l" t="t" r="r" b="b"/>
            <a:pathLst>
              <a:path w="5641159" h="3064986">
                <a:moveTo>
                  <a:pt x="75491" y="0"/>
                </a:moveTo>
                <a:lnTo>
                  <a:pt x="5565669" y="0"/>
                </a:lnTo>
                <a:cubicBezTo>
                  <a:pt x="5607361" y="0"/>
                  <a:pt x="5641159" y="33798"/>
                  <a:pt x="5641159" y="75491"/>
                </a:cubicBezTo>
                <a:lnTo>
                  <a:pt x="5641159" y="2989495"/>
                </a:lnTo>
                <a:cubicBezTo>
                  <a:pt x="5641159" y="3031187"/>
                  <a:pt x="5607361" y="3064986"/>
                  <a:pt x="5565669" y="3064986"/>
                </a:cubicBezTo>
                <a:lnTo>
                  <a:pt x="75491" y="3064986"/>
                </a:lnTo>
                <a:cubicBezTo>
                  <a:pt x="33798" y="3064986"/>
                  <a:pt x="0" y="3031187"/>
                  <a:pt x="0" y="2989495"/>
                </a:cubicBezTo>
                <a:lnTo>
                  <a:pt x="0" y="75491"/>
                </a:lnTo>
                <a:cubicBezTo>
                  <a:pt x="0" y="33826"/>
                  <a:pt x="33826" y="0"/>
                  <a:pt x="75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7791" y="1358861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114086" y="-6967"/>
                </a:moveTo>
                <a:cubicBezTo>
                  <a:pt x="112575" y="-9916"/>
                  <a:pt x="109515" y="-11796"/>
                  <a:pt x="106198" y="-11796"/>
                </a:cubicBezTo>
                <a:cubicBezTo>
                  <a:pt x="102880" y="-11796"/>
                  <a:pt x="99821" y="-9916"/>
                  <a:pt x="98310" y="-6967"/>
                </a:cubicBezTo>
                <a:lnTo>
                  <a:pt x="71179" y="46187"/>
                </a:lnTo>
                <a:lnTo>
                  <a:pt x="12238" y="55550"/>
                </a:lnTo>
                <a:cubicBezTo>
                  <a:pt x="8957" y="56066"/>
                  <a:pt x="6230" y="58389"/>
                  <a:pt x="5197" y="61559"/>
                </a:cubicBezTo>
                <a:cubicBezTo>
                  <a:pt x="4165" y="64729"/>
                  <a:pt x="5013" y="68194"/>
                  <a:pt x="7335" y="70553"/>
                </a:cubicBezTo>
                <a:lnTo>
                  <a:pt x="49505" y="112759"/>
                </a:lnTo>
                <a:lnTo>
                  <a:pt x="40216" y="171701"/>
                </a:lnTo>
                <a:cubicBezTo>
                  <a:pt x="39700" y="174981"/>
                  <a:pt x="41064" y="178299"/>
                  <a:pt x="43755" y="180253"/>
                </a:cubicBezTo>
                <a:cubicBezTo>
                  <a:pt x="46445" y="182206"/>
                  <a:pt x="49984" y="182501"/>
                  <a:pt x="52970" y="180990"/>
                </a:cubicBezTo>
                <a:lnTo>
                  <a:pt x="106198" y="153933"/>
                </a:lnTo>
                <a:lnTo>
                  <a:pt x="159389" y="180990"/>
                </a:lnTo>
                <a:cubicBezTo>
                  <a:pt x="162338" y="182501"/>
                  <a:pt x="165913" y="182206"/>
                  <a:pt x="168604" y="180253"/>
                </a:cubicBezTo>
                <a:cubicBezTo>
                  <a:pt x="171295" y="178299"/>
                  <a:pt x="172659" y="175018"/>
                  <a:pt x="172143" y="171701"/>
                </a:cubicBezTo>
                <a:lnTo>
                  <a:pt x="162817" y="112759"/>
                </a:lnTo>
                <a:lnTo>
                  <a:pt x="204987" y="70553"/>
                </a:lnTo>
                <a:cubicBezTo>
                  <a:pt x="207346" y="68194"/>
                  <a:pt x="208157" y="64729"/>
                  <a:pt x="207125" y="61559"/>
                </a:cubicBezTo>
                <a:cubicBezTo>
                  <a:pt x="206092" y="58389"/>
                  <a:pt x="203402" y="56066"/>
                  <a:pt x="200084" y="55550"/>
                </a:cubicBezTo>
                <a:lnTo>
                  <a:pt x="141179" y="46187"/>
                </a:lnTo>
                <a:lnTo>
                  <a:pt x="114086" y="-6967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8002" y="1328667"/>
            <a:ext cx="513400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Elements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5995" y="1743874"/>
            <a:ext cx="301969" cy="301969"/>
          </a:xfrm>
          <a:custGeom>
            <a:avLst/>
            <a:gdLst/>
            <a:ahLst/>
            <a:cxnLst/>
            <a:rect l="l" t="t" r="r" b="b"/>
            <a:pathLst>
              <a:path w="301969" h="301969">
                <a:moveTo>
                  <a:pt x="37746" y="0"/>
                </a:moveTo>
                <a:lnTo>
                  <a:pt x="264223" y="0"/>
                </a:lnTo>
                <a:cubicBezTo>
                  <a:pt x="285056" y="0"/>
                  <a:pt x="301969" y="16913"/>
                  <a:pt x="301969" y="37746"/>
                </a:cubicBezTo>
                <a:lnTo>
                  <a:pt x="301969" y="264223"/>
                </a:lnTo>
                <a:cubicBezTo>
                  <a:pt x="301969" y="285070"/>
                  <a:pt x="285070" y="301969"/>
                  <a:pt x="264223" y="301969"/>
                </a:cubicBezTo>
                <a:lnTo>
                  <a:pt x="37746" y="301969"/>
                </a:lnTo>
                <a:cubicBezTo>
                  <a:pt x="16913" y="301969"/>
                  <a:pt x="0" y="285056"/>
                  <a:pt x="0" y="264223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0924" y="1819366"/>
            <a:ext cx="132111" cy="150985"/>
          </a:xfrm>
          <a:custGeom>
            <a:avLst/>
            <a:gdLst/>
            <a:ahLst/>
            <a:cxnLst/>
            <a:rect l="l" t="t" r="r" b="b"/>
            <a:pathLst>
              <a:path w="132111" h="150985">
                <a:moveTo>
                  <a:pt x="0" y="18873"/>
                </a:moveTo>
                <a:cubicBezTo>
                  <a:pt x="0" y="13653"/>
                  <a:pt x="4217" y="9437"/>
                  <a:pt x="9437" y="9437"/>
                </a:cubicBezTo>
                <a:lnTo>
                  <a:pt x="37746" y="9437"/>
                </a:lnTo>
                <a:cubicBezTo>
                  <a:pt x="42966" y="9437"/>
                  <a:pt x="47183" y="13653"/>
                  <a:pt x="47183" y="18873"/>
                </a:cubicBezTo>
                <a:cubicBezTo>
                  <a:pt x="47183" y="24093"/>
                  <a:pt x="42966" y="28310"/>
                  <a:pt x="37746" y="28310"/>
                </a:cubicBezTo>
                <a:lnTo>
                  <a:pt x="33028" y="28310"/>
                </a:lnTo>
                <a:lnTo>
                  <a:pt x="33028" y="61337"/>
                </a:lnTo>
                <a:lnTo>
                  <a:pt x="99084" y="61337"/>
                </a:lnTo>
                <a:lnTo>
                  <a:pt x="99084" y="28310"/>
                </a:lnTo>
                <a:lnTo>
                  <a:pt x="94365" y="28310"/>
                </a:lnTo>
                <a:cubicBezTo>
                  <a:pt x="89146" y="28310"/>
                  <a:pt x="84929" y="24093"/>
                  <a:pt x="84929" y="18873"/>
                </a:cubicBezTo>
                <a:cubicBezTo>
                  <a:pt x="84929" y="13653"/>
                  <a:pt x="89146" y="9437"/>
                  <a:pt x="94365" y="9437"/>
                </a:cubicBezTo>
                <a:lnTo>
                  <a:pt x="122675" y="9437"/>
                </a:lnTo>
                <a:cubicBezTo>
                  <a:pt x="127895" y="9437"/>
                  <a:pt x="132111" y="13653"/>
                  <a:pt x="132111" y="18873"/>
                </a:cubicBezTo>
                <a:cubicBezTo>
                  <a:pt x="132111" y="24093"/>
                  <a:pt x="127895" y="28310"/>
                  <a:pt x="122675" y="28310"/>
                </a:cubicBezTo>
                <a:lnTo>
                  <a:pt x="117957" y="28310"/>
                </a:lnTo>
                <a:lnTo>
                  <a:pt x="117957" y="122675"/>
                </a:lnTo>
                <a:lnTo>
                  <a:pt x="122675" y="122675"/>
                </a:lnTo>
                <a:cubicBezTo>
                  <a:pt x="127895" y="122675"/>
                  <a:pt x="132111" y="126892"/>
                  <a:pt x="132111" y="132111"/>
                </a:cubicBezTo>
                <a:cubicBezTo>
                  <a:pt x="132111" y="137331"/>
                  <a:pt x="127895" y="141548"/>
                  <a:pt x="122675" y="141548"/>
                </a:cubicBezTo>
                <a:lnTo>
                  <a:pt x="94365" y="141548"/>
                </a:lnTo>
                <a:cubicBezTo>
                  <a:pt x="89146" y="141548"/>
                  <a:pt x="84929" y="137331"/>
                  <a:pt x="84929" y="132111"/>
                </a:cubicBezTo>
                <a:cubicBezTo>
                  <a:pt x="84929" y="126892"/>
                  <a:pt x="89146" y="122675"/>
                  <a:pt x="94365" y="122675"/>
                </a:cubicBezTo>
                <a:lnTo>
                  <a:pt x="99084" y="122675"/>
                </a:lnTo>
                <a:lnTo>
                  <a:pt x="99084" y="80211"/>
                </a:lnTo>
                <a:lnTo>
                  <a:pt x="33028" y="80211"/>
                </a:lnTo>
                <a:lnTo>
                  <a:pt x="33028" y="122675"/>
                </a:lnTo>
                <a:lnTo>
                  <a:pt x="37746" y="122675"/>
                </a:lnTo>
                <a:cubicBezTo>
                  <a:pt x="42966" y="122675"/>
                  <a:pt x="47183" y="126892"/>
                  <a:pt x="47183" y="132111"/>
                </a:cubicBezTo>
                <a:cubicBezTo>
                  <a:pt x="47183" y="137331"/>
                  <a:pt x="42966" y="141548"/>
                  <a:pt x="37746" y="141548"/>
                </a:cubicBezTo>
                <a:lnTo>
                  <a:pt x="9437" y="141548"/>
                </a:lnTo>
                <a:cubicBezTo>
                  <a:pt x="4217" y="141548"/>
                  <a:pt x="0" y="137331"/>
                  <a:pt x="0" y="132111"/>
                </a:cubicBezTo>
                <a:cubicBezTo>
                  <a:pt x="0" y="126892"/>
                  <a:pt x="4217" y="122675"/>
                  <a:pt x="9437" y="122675"/>
                </a:cubicBezTo>
                <a:lnTo>
                  <a:pt x="14155" y="122675"/>
                </a:lnTo>
                <a:lnTo>
                  <a:pt x="14155" y="28310"/>
                </a:lnTo>
                <a:lnTo>
                  <a:pt x="9437" y="28310"/>
                </a:lnTo>
                <a:cubicBezTo>
                  <a:pt x="4217" y="28310"/>
                  <a:pt x="0" y="24093"/>
                  <a:pt x="0" y="1887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1203" y="1706128"/>
            <a:ext cx="2189276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Compelling Headline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1203" y="1932605"/>
            <a:ext cx="2179839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Benefit-focused, not feature-focused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5995" y="2234574"/>
            <a:ext cx="301969" cy="301969"/>
          </a:xfrm>
          <a:custGeom>
            <a:avLst/>
            <a:gdLst/>
            <a:ahLst/>
            <a:cxnLst/>
            <a:rect l="l" t="t" r="r" b="b"/>
            <a:pathLst>
              <a:path w="301969" h="301969">
                <a:moveTo>
                  <a:pt x="37746" y="0"/>
                </a:moveTo>
                <a:lnTo>
                  <a:pt x="264223" y="0"/>
                </a:lnTo>
                <a:cubicBezTo>
                  <a:pt x="285056" y="0"/>
                  <a:pt x="301969" y="16913"/>
                  <a:pt x="301969" y="37746"/>
                </a:cubicBezTo>
                <a:lnTo>
                  <a:pt x="301969" y="264223"/>
                </a:lnTo>
                <a:cubicBezTo>
                  <a:pt x="301969" y="285070"/>
                  <a:pt x="285070" y="301969"/>
                  <a:pt x="264223" y="301969"/>
                </a:cubicBezTo>
                <a:lnTo>
                  <a:pt x="37746" y="301969"/>
                </a:lnTo>
                <a:cubicBezTo>
                  <a:pt x="16913" y="301969"/>
                  <a:pt x="0" y="285056"/>
                  <a:pt x="0" y="264223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1487" y="2310066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1069" y="25685"/>
                </a:moveTo>
                <a:lnTo>
                  <a:pt x="75492" y="31789"/>
                </a:lnTo>
                <a:lnTo>
                  <a:pt x="79916" y="25685"/>
                </a:lnTo>
                <a:cubicBezTo>
                  <a:pt x="87288" y="15482"/>
                  <a:pt x="99143" y="9437"/>
                  <a:pt x="111734" y="9437"/>
                </a:cubicBezTo>
                <a:cubicBezTo>
                  <a:pt x="133409" y="9437"/>
                  <a:pt x="150985" y="27012"/>
                  <a:pt x="150985" y="48687"/>
                </a:cubicBezTo>
                <a:lnTo>
                  <a:pt x="150985" y="49453"/>
                </a:lnTo>
                <a:cubicBezTo>
                  <a:pt x="150985" y="82540"/>
                  <a:pt x="109729" y="120965"/>
                  <a:pt x="88202" y="137390"/>
                </a:cubicBezTo>
                <a:cubicBezTo>
                  <a:pt x="84545" y="140162"/>
                  <a:pt x="80063" y="141548"/>
                  <a:pt x="75492" y="141548"/>
                </a:cubicBezTo>
                <a:cubicBezTo>
                  <a:pt x="70921" y="141548"/>
                  <a:pt x="66410" y="140191"/>
                  <a:pt x="62782" y="137390"/>
                </a:cubicBezTo>
                <a:cubicBezTo>
                  <a:pt x="41255" y="120965"/>
                  <a:pt x="0" y="82540"/>
                  <a:pt x="0" y="49453"/>
                </a:cubicBezTo>
                <a:lnTo>
                  <a:pt x="0" y="48687"/>
                </a:lnTo>
                <a:cubicBezTo>
                  <a:pt x="0" y="27012"/>
                  <a:pt x="17576" y="9437"/>
                  <a:pt x="39250" y="9437"/>
                </a:cubicBezTo>
                <a:cubicBezTo>
                  <a:pt x="51842" y="9437"/>
                  <a:pt x="63697" y="15482"/>
                  <a:pt x="71069" y="25685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1203" y="2196828"/>
            <a:ext cx="250068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Over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1203" y="2423304"/>
            <a:ext cx="249124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how it solves customer pain points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995" y="2725273"/>
            <a:ext cx="301969" cy="301969"/>
          </a:xfrm>
          <a:custGeom>
            <a:avLst/>
            <a:gdLst/>
            <a:ahLst/>
            <a:cxnLst/>
            <a:rect l="l" t="t" r="r" b="b"/>
            <a:pathLst>
              <a:path w="301969" h="301969">
                <a:moveTo>
                  <a:pt x="37746" y="0"/>
                </a:moveTo>
                <a:lnTo>
                  <a:pt x="264223" y="0"/>
                </a:lnTo>
                <a:cubicBezTo>
                  <a:pt x="285056" y="0"/>
                  <a:pt x="301969" y="16913"/>
                  <a:pt x="301969" y="37746"/>
                </a:cubicBezTo>
                <a:lnTo>
                  <a:pt x="301969" y="264223"/>
                </a:lnTo>
                <a:cubicBezTo>
                  <a:pt x="301969" y="285070"/>
                  <a:pt x="285070" y="301969"/>
                  <a:pt x="264223" y="301969"/>
                </a:cubicBezTo>
                <a:lnTo>
                  <a:pt x="37746" y="301969"/>
                </a:lnTo>
                <a:cubicBezTo>
                  <a:pt x="16913" y="301969"/>
                  <a:pt x="0" y="285056"/>
                  <a:pt x="0" y="264223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051" y="2800766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113238" y="42464"/>
                </a:moveTo>
                <a:cubicBezTo>
                  <a:pt x="113238" y="71128"/>
                  <a:pt x="87878" y="94365"/>
                  <a:pt x="56619" y="94365"/>
                </a:cubicBezTo>
                <a:cubicBezTo>
                  <a:pt x="48746" y="94365"/>
                  <a:pt x="41255" y="92891"/>
                  <a:pt x="34443" y="90237"/>
                </a:cubicBezTo>
                <a:lnTo>
                  <a:pt x="10380" y="102976"/>
                </a:lnTo>
                <a:cubicBezTo>
                  <a:pt x="7638" y="104421"/>
                  <a:pt x="4276" y="103920"/>
                  <a:pt x="2064" y="101738"/>
                </a:cubicBezTo>
                <a:cubicBezTo>
                  <a:pt x="-147" y="99555"/>
                  <a:pt x="-649" y="96164"/>
                  <a:pt x="826" y="93422"/>
                </a:cubicBezTo>
                <a:lnTo>
                  <a:pt x="11324" y="73605"/>
                </a:lnTo>
                <a:cubicBezTo>
                  <a:pt x="4217" y="64935"/>
                  <a:pt x="0" y="54142"/>
                  <a:pt x="0" y="42464"/>
                </a:cubicBezTo>
                <a:cubicBezTo>
                  <a:pt x="0" y="13801"/>
                  <a:pt x="25361" y="-9437"/>
                  <a:pt x="56619" y="-9437"/>
                </a:cubicBezTo>
                <a:cubicBezTo>
                  <a:pt x="87878" y="-9437"/>
                  <a:pt x="113238" y="13801"/>
                  <a:pt x="113238" y="42464"/>
                </a:cubicBezTo>
                <a:close/>
                <a:moveTo>
                  <a:pt x="113238" y="150985"/>
                </a:moveTo>
                <a:cubicBezTo>
                  <a:pt x="85489" y="150985"/>
                  <a:pt x="62399" y="132672"/>
                  <a:pt x="57563" y="108520"/>
                </a:cubicBezTo>
                <a:cubicBezTo>
                  <a:pt x="92950" y="108078"/>
                  <a:pt x="123707" y="82894"/>
                  <a:pt x="127098" y="48746"/>
                </a:cubicBezTo>
                <a:cubicBezTo>
                  <a:pt x="151663" y="54408"/>
                  <a:pt x="169858" y="74785"/>
                  <a:pt x="169858" y="99084"/>
                </a:cubicBezTo>
                <a:cubicBezTo>
                  <a:pt x="169858" y="110761"/>
                  <a:pt x="165641" y="121554"/>
                  <a:pt x="158534" y="130224"/>
                </a:cubicBezTo>
                <a:lnTo>
                  <a:pt x="169032" y="150041"/>
                </a:lnTo>
                <a:cubicBezTo>
                  <a:pt x="170477" y="152783"/>
                  <a:pt x="169976" y="156145"/>
                  <a:pt x="167793" y="158357"/>
                </a:cubicBezTo>
                <a:cubicBezTo>
                  <a:pt x="165611" y="160568"/>
                  <a:pt x="162220" y="161070"/>
                  <a:pt x="159477" y="159595"/>
                </a:cubicBezTo>
                <a:lnTo>
                  <a:pt x="135414" y="146856"/>
                </a:lnTo>
                <a:cubicBezTo>
                  <a:pt x="128602" y="149510"/>
                  <a:pt x="121112" y="150985"/>
                  <a:pt x="113238" y="15098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1203" y="2687527"/>
            <a:ext cx="205716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Proof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1203" y="2914004"/>
            <a:ext cx="204772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Testimonials, reviews, case studies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5995" y="3215973"/>
            <a:ext cx="301969" cy="301969"/>
          </a:xfrm>
          <a:custGeom>
            <a:avLst/>
            <a:gdLst/>
            <a:ahLst/>
            <a:cxnLst/>
            <a:rect l="l" t="t" r="r" b="b"/>
            <a:pathLst>
              <a:path w="301969" h="301969">
                <a:moveTo>
                  <a:pt x="37746" y="0"/>
                </a:moveTo>
                <a:lnTo>
                  <a:pt x="264223" y="0"/>
                </a:lnTo>
                <a:cubicBezTo>
                  <a:pt x="285056" y="0"/>
                  <a:pt x="301969" y="16913"/>
                  <a:pt x="301969" y="37746"/>
                </a:cubicBezTo>
                <a:lnTo>
                  <a:pt x="301969" y="264223"/>
                </a:lnTo>
                <a:cubicBezTo>
                  <a:pt x="301969" y="285070"/>
                  <a:pt x="285070" y="301969"/>
                  <a:pt x="264223" y="301969"/>
                </a:cubicBezTo>
                <a:lnTo>
                  <a:pt x="37746" y="301969"/>
                </a:lnTo>
                <a:cubicBezTo>
                  <a:pt x="16913" y="301969"/>
                  <a:pt x="0" y="285056"/>
                  <a:pt x="0" y="264223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0924" y="3291465"/>
            <a:ext cx="132111" cy="150985"/>
          </a:xfrm>
          <a:custGeom>
            <a:avLst/>
            <a:gdLst/>
            <a:ahLst/>
            <a:cxnLst/>
            <a:rect l="l" t="t" r="r" b="b"/>
            <a:pathLst>
              <a:path w="132111" h="150985">
                <a:moveTo>
                  <a:pt x="22795" y="737"/>
                </a:moveTo>
                <a:cubicBezTo>
                  <a:pt x="25184" y="-472"/>
                  <a:pt x="28074" y="-206"/>
                  <a:pt x="30197" y="1415"/>
                </a:cubicBezTo>
                <a:lnTo>
                  <a:pt x="124562" y="72160"/>
                </a:lnTo>
                <a:cubicBezTo>
                  <a:pt x="127010" y="73988"/>
                  <a:pt x="127983" y="77173"/>
                  <a:pt x="127039" y="80063"/>
                </a:cubicBezTo>
                <a:cubicBezTo>
                  <a:pt x="126096" y="82953"/>
                  <a:pt x="123383" y="84899"/>
                  <a:pt x="120316" y="84899"/>
                </a:cubicBezTo>
                <a:lnTo>
                  <a:pt x="75404" y="84899"/>
                </a:lnTo>
                <a:lnTo>
                  <a:pt x="101620" y="137302"/>
                </a:lnTo>
                <a:cubicBezTo>
                  <a:pt x="103949" y="141961"/>
                  <a:pt x="102062" y="147623"/>
                  <a:pt x="97403" y="149952"/>
                </a:cubicBezTo>
                <a:cubicBezTo>
                  <a:pt x="92743" y="152282"/>
                  <a:pt x="87082" y="150395"/>
                  <a:pt x="84752" y="145735"/>
                </a:cubicBezTo>
                <a:lnTo>
                  <a:pt x="58536" y="93333"/>
                </a:lnTo>
                <a:lnTo>
                  <a:pt x="31612" y="129251"/>
                </a:lnTo>
                <a:cubicBezTo>
                  <a:pt x="29784" y="131699"/>
                  <a:pt x="26599" y="132672"/>
                  <a:pt x="23709" y="131728"/>
                </a:cubicBezTo>
                <a:cubicBezTo>
                  <a:pt x="20819" y="130784"/>
                  <a:pt x="18873" y="128071"/>
                  <a:pt x="18873" y="125034"/>
                </a:cubicBezTo>
                <a:lnTo>
                  <a:pt x="18873" y="7077"/>
                </a:lnTo>
                <a:cubicBezTo>
                  <a:pt x="18873" y="4394"/>
                  <a:pt x="20377" y="1946"/>
                  <a:pt x="22795" y="73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1203" y="3178227"/>
            <a:ext cx="203829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CTA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1203" y="3404704"/>
            <a:ext cx="202885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Action-oriented, specific next step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5995" y="3706673"/>
            <a:ext cx="301969" cy="301969"/>
          </a:xfrm>
          <a:custGeom>
            <a:avLst/>
            <a:gdLst/>
            <a:ahLst/>
            <a:cxnLst/>
            <a:rect l="l" t="t" r="r" b="b"/>
            <a:pathLst>
              <a:path w="301969" h="301969">
                <a:moveTo>
                  <a:pt x="37746" y="0"/>
                </a:moveTo>
                <a:lnTo>
                  <a:pt x="264223" y="0"/>
                </a:lnTo>
                <a:cubicBezTo>
                  <a:pt x="285056" y="0"/>
                  <a:pt x="301969" y="16913"/>
                  <a:pt x="301969" y="37746"/>
                </a:cubicBezTo>
                <a:lnTo>
                  <a:pt x="301969" y="264223"/>
                </a:lnTo>
                <a:cubicBezTo>
                  <a:pt x="301969" y="285070"/>
                  <a:pt x="285070" y="301969"/>
                  <a:pt x="264223" y="301969"/>
                </a:cubicBezTo>
                <a:lnTo>
                  <a:pt x="37746" y="301969"/>
                </a:lnTo>
                <a:cubicBezTo>
                  <a:pt x="16913" y="301969"/>
                  <a:pt x="0" y="285056"/>
                  <a:pt x="0" y="264223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2051" y="3782165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28310" y="28310"/>
                </a:moveTo>
                <a:cubicBezTo>
                  <a:pt x="28310" y="17900"/>
                  <a:pt x="36773" y="9437"/>
                  <a:pt x="47183" y="9437"/>
                </a:cubicBezTo>
                <a:lnTo>
                  <a:pt x="141548" y="9437"/>
                </a:lnTo>
                <a:cubicBezTo>
                  <a:pt x="151958" y="9437"/>
                  <a:pt x="160421" y="17900"/>
                  <a:pt x="160421" y="28310"/>
                </a:cubicBezTo>
                <a:lnTo>
                  <a:pt x="160421" y="103802"/>
                </a:lnTo>
                <a:cubicBezTo>
                  <a:pt x="160421" y="114212"/>
                  <a:pt x="151958" y="122675"/>
                  <a:pt x="141548" y="122675"/>
                </a:cubicBezTo>
                <a:lnTo>
                  <a:pt x="47183" y="122675"/>
                </a:lnTo>
                <a:cubicBezTo>
                  <a:pt x="36773" y="122675"/>
                  <a:pt x="28310" y="114212"/>
                  <a:pt x="28310" y="103802"/>
                </a:cubicBezTo>
                <a:lnTo>
                  <a:pt x="28310" y="28310"/>
                </a:lnTo>
                <a:close/>
                <a:moveTo>
                  <a:pt x="7077" y="37746"/>
                </a:moveTo>
                <a:cubicBezTo>
                  <a:pt x="10999" y="37746"/>
                  <a:pt x="14155" y="40901"/>
                  <a:pt x="14155" y="44824"/>
                </a:cubicBezTo>
                <a:lnTo>
                  <a:pt x="14155" y="132111"/>
                </a:lnTo>
                <a:cubicBezTo>
                  <a:pt x="14155" y="134707"/>
                  <a:pt x="16278" y="136830"/>
                  <a:pt x="18873" y="136830"/>
                </a:cubicBezTo>
                <a:lnTo>
                  <a:pt x="125034" y="136830"/>
                </a:lnTo>
                <a:cubicBezTo>
                  <a:pt x="128956" y="136830"/>
                  <a:pt x="132111" y="139985"/>
                  <a:pt x="132111" y="143907"/>
                </a:cubicBezTo>
                <a:cubicBezTo>
                  <a:pt x="132111" y="147829"/>
                  <a:pt x="128956" y="150985"/>
                  <a:pt x="125034" y="150985"/>
                </a:cubicBezTo>
                <a:lnTo>
                  <a:pt x="18873" y="150985"/>
                </a:lnTo>
                <a:cubicBezTo>
                  <a:pt x="8463" y="150985"/>
                  <a:pt x="0" y="142521"/>
                  <a:pt x="0" y="132111"/>
                </a:cubicBezTo>
                <a:lnTo>
                  <a:pt x="0" y="44824"/>
                </a:lnTo>
                <a:cubicBezTo>
                  <a:pt x="0" y="40901"/>
                  <a:pt x="3155" y="37746"/>
                  <a:pt x="7077" y="37746"/>
                </a:cubicBezTo>
                <a:close/>
                <a:moveTo>
                  <a:pt x="56619" y="47183"/>
                </a:moveTo>
                <a:cubicBezTo>
                  <a:pt x="61827" y="47183"/>
                  <a:pt x="66056" y="42954"/>
                  <a:pt x="66056" y="37746"/>
                </a:cubicBezTo>
                <a:cubicBezTo>
                  <a:pt x="66056" y="32538"/>
                  <a:pt x="61827" y="28310"/>
                  <a:pt x="56619" y="28310"/>
                </a:cubicBezTo>
                <a:cubicBezTo>
                  <a:pt x="51411" y="28310"/>
                  <a:pt x="47183" y="32538"/>
                  <a:pt x="47183" y="37746"/>
                </a:cubicBezTo>
                <a:cubicBezTo>
                  <a:pt x="47183" y="42954"/>
                  <a:pt x="51411" y="47183"/>
                  <a:pt x="56619" y="47183"/>
                </a:cubicBezTo>
                <a:close/>
                <a:moveTo>
                  <a:pt x="114565" y="50574"/>
                </a:moveTo>
                <a:cubicBezTo>
                  <a:pt x="113268" y="48480"/>
                  <a:pt x="110997" y="47183"/>
                  <a:pt x="108520" y="47183"/>
                </a:cubicBezTo>
                <a:cubicBezTo>
                  <a:pt x="106043" y="47183"/>
                  <a:pt x="103772" y="48480"/>
                  <a:pt x="102475" y="50574"/>
                </a:cubicBezTo>
                <a:lnTo>
                  <a:pt x="85872" y="77733"/>
                </a:lnTo>
                <a:lnTo>
                  <a:pt x="78648" y="68710"/>
                </a:lnTo>
                <a:cubicBezTo>
                  <a:pt x="77291" y="67029"/>
                  <a:pt x="75286" y="66056"/>
                  <a:pt x="73133" y="66056"/>
                </a:cubicBezTo>
                <a:cubicBezTo>
                  <a:pt x="70980" y="66056"/>
                  <a:pt x="68946" y="67029"/>
                  <a:pt x="67619" y="68710"/>
                </a:cubicBezTo>
                <a:lnTo>
                  <a:pt x="48746" y="92301"/>
                </a:lnTo>
                <a:cubicBezTo>
                  <a:pt x="47035" y="94424"/>
                  <a:pt x="46711" y="97344"/>
                  <a:pt x="47890" y="99791"/>
                </a:cubicBezTo>
                <a:cubicBezTo>
                  <a:pt x="49070" y="102239"/>
                  <a:pt x="51547" y="103802"/>
                  <a:pt x="54260" y="103802"/>
                </a:cubicBezTo>
                <a:lnTo>
                  <a:pt x="134471" y="103802"/>
                </a:lnTo>
                <a:cubicBezTo>
                  <a:pt x="137036" y="103802"/>
                  <a:pt x="139395" y="102416"/>
                  <a:pt x="140634" y="100175"/>
                </a:cubicBezTo>
                <a:cubicBezTo>
                  <a:pt x="141872" y="97934"/>
                  <a:pt x="141843" y="95221"/>
                  <a:pt x="140486" y="93009"/>
                </a:cubicBezTo>
                <a:lnTo>
                  <a:pt x="114536" y="50544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1203" y="3668927"/>
            <a:ext cx="214209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Support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1203" y="3895403"/>
            <a:ext cx="213265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Images, videos, demos, infographics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236" y="4359679"/>
            <a:ext cx="5641159" cy="1102187"/>
          </a:xfrm>
          <a:custGeom>
            <a:avLst/>
            <a:gdLst/>
            <a:ahLst/>
            <a:cxnLst/>
            <a:rect l="l" t="t" r="r" b="b"/>
            <a:pathLst>
              <a:path w="5641159" h="1102187">
                <a:moveTo>
                  <a:pt x="75489" y="0"/>
                </a:moveTo>
                <a:lnTo>
                  <a:pt x="5565670" y="0"/>
                </a:lnTo>
                <a:cubicBezTo>
                  <a:pt x="5607362" y="0"/>
                  <a:pt x="5641159" y="33797"/>
                  <a:pt x="5641159" y="75489"/>
                </a:cubicBezTo>
                <a:lnTo>
                  <a:pt x="5641159" y="1026698"/>
                </a:lnTo>
                <a:cubicBezTo>
                  <a:pt x="5641159" y="1068390"/>
                  <a:pt x="5607362" y="1102187"/>
                  <a:pt x="5565670" y="1102187"/>
                </a:cubicBezTo>
                <a:lnTo>
                  <a:pt x="75489" y="1102187"/>
                </a:lnTo>
                <a:cubicBezTo>
                  <a:pt x="33797" y="1102187"/>
                  <a:pt x="0" y="1068390"/>
                  <a:pt x="0" y="1026698"/>
                </a:cubicBezTo>
                <a:lnTo>
                  <a:pt x="0" y="75489"/>
                </a:lnTo>
                <a:cubicBezTo>
                  <a:pt x="0" y="33825"/>
                  <a:pt x="33825" y="0"/>
                  <a:pt x="7548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9586" y="4559734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84929" y="169858"/>
                </a:moveTo>
                <a:cubicBezTo>
                  <a:pt x="131802" y="169858"/>
                  <a:pt x="169858" y="131802"/>
                  <a:pt x="169858" y="84929"/>
                </a:cubicBezTo>
                <a:cubicBezTo>
                  <a:pt x="169858" y="38055"/>
                  <a:pt x="131802" y="0"/>
                  <a:pt x="84929" y="0"/>
                </a:cubicBezTo>
                <a:cubicBezTo>
                  <a:pt x="38055" y="0"/>
                  <a:pt x="0" y="38055"/>
                  <a:pt x="0" y="84929"/>
                </a:cubicBezTo>
                <a:cubicBezTo>
                  <a:pt x="0" y="131802"/>
                  <a:pt x="38055" y="169858"/>
                  <a:pt x="84929" y="169858"/>
                </a:cubicBezTo>
                <a:close/>
                <a:moveTo>
                  <a:pt x="84929" y="45118"/>
                </a:moveTo>
                <a:cubicBezTo>
                  <a:pt x="89341" y="45118"/>
                  <a:pt x="92891" y="48668"/>
                  <a:pt x="92891" y="53080"/>
                </a:cubicBezTo>
                <a:lnTo>
                  <a:pt x="92891" y="90237"/>
                </a:lnTo>
                <a:cubicBezTo>
                  <a:pt x="92891" y="94649"/>
                  <a:pt x="89341" y="98199"/>
                  <a:pt x="84929" y="98199"/>
                </a:cubicBezTo>
                <a:cubicBezTo>
                  <a:pt x="80516" y="98199"/>
                  <a:pt x="76967" y="94649"/>
                  <a:pt x="76967" y="90237"/>
                </a:cubicBezTo>
                <a:lnTo>
                  <a:pt x="76967" y="53080"/>
                </a:lnTo>
                <a:cubicBezTo>
                  <a:pt x="76967" y="48668"/>
                  <a:pt x="80516" y="45118"/>
                  <a:pt x="84929" y="45118"/>
                </a:cubicBezTo>
                <a:close/>
                <a:moveTo>
                  <a:pt x="76071" y="116777"/>
                </a:moveTo>
                <a:cubicBezTo>
                  <a:pt x="75869" y="113489"/>
                  <a:pt x="77509" y="110361"/>
                  <a:pt x="80328" y="108656"/>
                </a:cubicBezTo>
                <a:cubicBezTo>
                  <a:pt x="83146" y="106951"/>
                  <a:pt x="86678" y="106951"/>
                  <a:pt x="89497" y="108656"/>
                </a:cubicBezTo>
                <a:cubicBezTo>
                  <a:pt x="92315" y="110361"/>
                  <a:pt x="93955" y="113489"/>
                  <a:pt x="93753" y="116777"/>
                </a:cubicBezTo>
                <a:cubicBezTo>
                  <a:pt x="93955" y="120065"/>
                  <a:pt x="92315" y="123193"/>
                  <a:pt x="89497" y="124898"/>
                </a:cubicBezTo>
                <a:cubicBezTo>
                  <a:pt x="86678" y="126603"/>
                  <a:pt x="83146" y="126603"/>
                  <a:pt x="80328" y="124898"/>
                </a:cubicBezTo>
                <a:cubicBezTo>
                  <a:pt x="77509" y="123193"/>
                  <a:pt x="75869" y="120065"/>
                  <a:pt x="76071" y="11677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129" y="4514436"/>
            <a:ext cx="514343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5995" y="4854151"/>
            <a:ext cx="5407133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Focusing on product features instead of customer benefits. Customers don't buy features—they buy solutions to their problems.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7272" y="1173905"/>
            <a:ext cx="5641159" cy="3668924"/>
          </a:xfrm>
          <a:custGeom>
            <a:avLst/>
            <a:gdLst/>
            <a:ahLst/>
            <a:cxnLst/>
            <a:rect l="l" t="t" r="r" b="b"/>
            <a:pathLst>
              <a:path w="5641159" h="3668924">
                <a:moveTo>
                  <a:pt x="75506" y="0"/>
                </a:moveTo>
                <a:lnTo>
                  <a:pt x="5565653" y="0"/>
                </a:lnTo>
                <a:cubicBezTo>
                  <a:pt x="5607354" y="0"/>
                  <a:pt x="5641159" y="33805"/>
                  <a:pt x="5641159" y="75506"/>
                </a:cubicBezTo>
                <a:lnTo>
                  <a:pt x="5641159" y="3593417"/>
                </a:lnTo>
                <a:cubicBezTo>
                  <a:pt x="5641159" y="3635118"/>
                  <a:pt x="5607354" y="3668924"/>
                  <a:pt x="5565653" y="3668924"/>
                </a:cubicBezTo>
                <a:lnTo>
                  <a:pt x="75506" y="3668924"/>
                </a:lnTo>
                <a:cubicBezTo>
                  <a:pt x="33805" y="3668924"/>
                  <a:pt x="0" y="3635118"/>
                  <a:pt x="0" y="3593417"/>
                </a:cubicBezTo>
                <a:lnTo>
                  <a:pt x="0" y="75506"/>
                </a:lnTo>
                <a:cubicBezTo>
                  <a:pt x="0" y="33833"/>
                  <a:pt x="33833" y="0"/>
                  <a:pt x="7550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623" y="1358861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46893" y="4497"/>
                </a:moveTo>
                <a:lnTo>
                  <a:pt x="114381" y="37009"/>
                </a:lnTo>
                <a:lnTo>
                  <a:pt x="151722" y="74350"/>
                </a:lnTo>
                <a:lnTo>
                  <a:pt x="184234" y="41838"/>
                </a:lnTo>
                <a:cubicBezTo>
                  <a:pt x="187109" y="38926"/>
                  <a:pt x="188731" y="35018"/>
                  <a:pt x="188731" y="30964"/>
                </a:cubicBezTo>
                <a:cubicBezTo>
                  <a:pt x="188731" y="26909"/>
                  <a:pt x="187109" y="23002"/>
                  <a:pt x="184234" y="20089"/>
                </a:cubicBezTo>
                <a:lnTo>
                  <a:pt x="168641" y="4497"/>
                </a:lnTo>
                <a:cubicBezTo>
                  <a:pt x="165729" y="1622"/>
                  <a:pt x="161822" y="0"/>
                  <a:pt x="157767" y="0"/>
                </a:cubicBezTo>
                <a:cubicBezTo>
                  <a:pt x="153712" y="0"/>
                  <a:pt x="149805" y="1622"/>
                  <a:pt x="146893" y="4497"/>
                </a:cubicBezTo>
                <a:close/>
                <a:moveTo>
                  <a:pt x="101885" y="49505"/>
                </a:moveTo>
                <a:lnTo>
                  <a:pt x="4497" y="146893"/>
                </a:lnTo>
                <a:cubicBezTo>
                  <a:pt x="1622" y="149805"/>
                  <a:pt x="0" y="153712"/>
                  <a:pt x="0" y="157767"/>
                </a:cubicBezTo>
                <a:cubicBezTo>
                  <a:pt x="0" y="161822"/>
                  <a:pt x="1622" y="165729"/>
                  <a:pt x="4497" y="168641"/>
                </a:cubicBezTo>
                <a:lnTo>
                  <a:pt x="20089" y="184234"/>
                </a:lnTo>
                <a:cubicBezTo>
                  <a:pt x="23002" y="187109"/>
                  <a:pt x="26909" y="188731"/>
                  <a:pt x="30964" y="188731"/>
                </a:cubicBezTo>
                <a:cubicBezTo>
                  <a:pt x="35018" y="188731"/>
                  <a:pt x="38926" y="187109"/>
                  <a:pt x="41838" y="184234"/>
                </a:cubicBezTo>
                <a:lnTo>
                  <a:pt x="139226" y="86846"/>
                </a:lnTo>
                <a:lnTo>
                  <a:pt x="101885" y="4950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4038" y="1328667"/>
            <a:ext cx="5134000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Copywriting Formulas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2031" y="1706128"/>
            <a:ext cx="5331641" cy="1434353"/>
          </a:xfrm>
          <a:custGeom>
            <a:avLst/>
            <a:gdLst/>
            <a:ahLst/>
            <a:cxnLst/>
            <a:rect l="l" t="t" r="r" b="b"/>
            <a:pathLst>
              <a:path w="5331641" h="1434353">
                <a:moveTo>
                  <a:pt x="75490" y="0"/>
                </a:moveTo>
                <a:lnTo>
                  <a:pt x="5256151" y="0"/>
                </a:lnTo>
                <a:cubicBezTo>
                  <a:pt x="5297843" y="0"/>
                  <a:pt x="5331641" y="33798"/>
                  <a:pt x="5331641" y="75490"/>
                </a:cubicBezTo>
                <a:lnTo>
                  <a:pt x="5331641" y="1358863"/>
                </a:lnTo>
                <a:cubicBezTo>
                  <a:pt x="5331641" y="1400555"/>
                  <a:pt x="5297843" y="1434353"/>
                  <a:pt x="5256151" y="1434353"/>
                </a:cubicBezTo>
                <a:lnTo>
                  <a:pt x="75490" y="1434353"/>
                </a:lnTo>
                <a:cubicBezTo>
                  <a:pt x="33798" y="1434353"/>
                  <a:pt x="0" y="1400555"/>
                  <a:pt x="0" y="1358863"/>
                </a:cubicBezTo>
                <a:lnTo>
                  <a:pt x="0" y="75490"/>
                </a:lnTo>
                <a:cubicBezTo>
                  <a:pt x="0" y="33826"/>
                  <a:pt x="33826" y="0"/>
                  <a:pt x="754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5270" y="1819366"/>
            <a:ext cx="519009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AIDA Formula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5270" y="2159081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ttention: Grab with headline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5270" y="2385558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nterest: Build with benefits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5270" y="2612035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esire: Create with social proof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5270" y="2838512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ction: Drive with CTA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2031" y="3253719"/>
            <a:ext cx="5331641" cy="1434353"/>
          </a:xfrm>
          <a:custGeom>
            <a:avLst/>
            <a:gdLst/>
            <a:ahLst/>
            <a:cxnLst/>
            <a:rect l="l" t="t" r="r" b="b"/>
            <a:pathLst>
              <a:path w="5331641" h="1434353">
                <a:moveTo>
                  <a:pt x="75490" y="0"/>
                </a:moveTo>
                <a:lnTo>
                  <a:pt x="5256151" y="0"/>
                </a:lnTo>
                <a:cubicBezTo>
                  <a:pt x="5297843" y="0"/>
                  <a:pt x="5331641" y="33798"/>
                  <a:pt x="5331641" y="75490"/>
                </a:cubicBezTo>
                <a:lnTo>
                  <a:pt x="5331641" y="1358863"/>
                </a:lnTo>
                <a:cubicBezTo>
                  <a:pt x="5331641" y="1400555"/>
                  <a:pt x="5297843" y="1434353"/>
                  <a:pt x="5256151" y="1434353"/>
                </a:cubicBezTo>
                <a:lnTo>
                  <a:pt x="75490" y="1434353"/>
                </a:lnTo>
                <a:cubicBezTo>
                  <a:pt x="33798" y="1434353"/>
                  <a:pt x="0" y="1400555"/>
                  <a:pt x="0" y="1358863"/>
                </a:cubicBezTo>
                <a:lnTo>
                  <a:pt x="0" y="75490"/>
                </a:lnTo>
                <a:cubicBezTo>
                  <a:pt x="0" y="33826"/>
                  <a:pt x="33826" y="0"/>
                  <a:pt x="7549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5270" y="3366958"/>
            <a:ext cx="519009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4Ps Formula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5270" y="3706673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romise: What's in it for me?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45270" y="3933150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icture: Paint the outcome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45270" y="4159626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roof: Back up with evidence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5270" y="4386103"/>
            <a:ext cx="5171220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04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ush: Clear call to action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7272" y="4963617"/>
            <a:ext cx="5641159" cy="1894856"/>
          </a:xfrm>
          <a:custGeom>
            <a:avLst/>
            <a:gdLst/>
            <a:ahLst/>
            <a:cxnLst/>
            <a:rect l="l" t="t" r="r" b="b"/>
            <a:pathLst>
              <a:path w="5641159" h="1894856">
                <a:moveTo>
                  <a:pt x="75491" y="0"/>
                </a:moveTo>
                <a:lnTo>
                  <a:pt x="5565668" y="0"/>
                </a:lnTo>
                <a:cubicBezTo>
                  <a:pt x="5607361" y="0"/>
                  <a:pt x="5641159" y="33798"/>
                  <a:pt x="5641159" y="75491"/>
                </a:cubicBezTo>
                <a:lnTo>
                  <a:pt x="5641159" y="1819365"/>
                </a:lnTo>
                <a:cubicBezTo>
                  <a:pt x="5641159" y="1861057"/>
                  <a:pt x="5607361" y="1894856"/>
                  <a:pt x="5565668" y="1894856"/>
                </a:cubicBezTo>
                <a:lnTo>
                  <a:pt x="75491" y="1894856"/>
                </a:lnTo>
                <a:cubicBezTo>
                  <a:pt x="33826" y="1894856"/>
                  <a:pt x="0" y="1861029"/>
                  <a:pt x="0" y="1819365"/>
                </a:cubicBezTo>
                <a:lnTo>
                  <a:pt x="0" y="75491"/>
                </a:lnTo>
                <a:cubicBezTo>
                  <a:pt x="0" y="33798"/>
                  <a:pt x="33798" y="0"/>
                  <a:pt x="75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76855" y="5163672"/>
            <a:ext cx="127393" cy="169858"/>
          </a:xfrm>
          <a:custGeom>
            <a:avLst/>
            <a:gdLst/>
            <a:ahLst/>
            <a:cxnLst/>
            <a:rect l="l" t="t" r="r" b="b"/>
            <a:pathLst>
              <a:path w="127393" h="169858">
                <a:moveTo>
                  <a:pt x="82905" y="22161"/>
                </a:moveTo>
                <a:cubicBezTo>
                  <a:pt x="86355" y="17417"/>
                  <a:pt x="85294" y="10782"/>
                  <a:pt x="80550" y="7332"/>
                </a:cubicBezTo>
                <a:cubicBezTo>
                  <a:pt x="75806" y="3882"/>
                  <a:pt x="69171" y="4943"/>
                  <a:pt x="65720" y="9687"/>
                </a:cubicBezTo>
                <a:lnTo>
                  <a:pt x="30554" y="58024"/>
                </a:lnTo>
                <a:lnTo>
                  <a:pt x="18114" y="45583"/>
                </a:lnTo>
                <a:cubicBezTo>
                  <a:pt x="13967" y="41436"/>
                  <a:pt x="7232" y="41436"/>
                  <a:pt x="3085" y="45583"/>
                </a:cubicBezTo>
                <a:cubicBezTo>
                  <a:pt x="-1062" y="49730"/>
                  <a:pt x="-1062" y="56464"/>
                  <a:pt x="3085" y="60611"/>
                </a:cubicBezTo>
                <a:lnTo>
                  <a:pt x="24318" y="81843"/>
                </a:lnTo>
                <a:cubicBezTo>
                  <a:pt x="26507" y="84033"/>
                  <a:pt x="29559" y="85161"/>
                  <a:pt x="32645" y="84929"/>
                </a:cubicBezTo>
                <a:cubicBezTo>
                  <a:pt x="35730" y="84697"/>
                  <a:pt x="38583" y="83104"/>
                  <a:pt x="40408" y="80583"/>
                </a:cubicBezTo>
                <a:lnTo>
                  <a:pt x="82872" y="22194"/>
                </a:lnTo>
                <a:close/>
                <a:moveTo>
                  <a:pt x="125369" y="67280"/>
                </a:moveTo>
                <a:cubicBezTo>
                  <a:pt x="128820" y="62535"/>
                  <a:pt x="127758" y="55900"/>
                  <a:pt x="123014" y="52450"/>
                </a:cubicBezTo>
                <a:cubicBezTo>
                  <a:pt x="118270" y="49000"/>
                  <a:pt x="111635" y="50062"/>
                  <a:pt x="108185" y="54806"/>
                </a:cubicBezTo>
                <a:lnTo>
                  <a:pt x="51787" y="132336"/>
                </a:lnTo>
                <a:lnTo>
                  <a:pt x="28730" y="109279"/>
                </a:lnTo>
                <a:cubicBezTo>
                  <a:pt x="24583" y="105133"/>
                  <a:pt x="17848" y="105133"/>
                  <a:pt x="13701" y="109279"/>
                </a:cubicBezTo>
                <a:cubicBezTo>
                  <a:pt x="9554" y="113426"/>
                  <a:pt x="9554" y="120161"/>
                  <a:pt x="13701" y="124308"/>
                </a:cubicBezTo>
                <a:lnTo>
                  <a:pt x="45550" y="156156"/>
                </a:lnTo>
                <a:cubicBezTo>
                  <a:pt x="47739" y="158346"/>
                  <a:pt x="50791" y="159474"/>
                  <a:pt x="53877" y="159241"/>
                </a:cubicBezTo>
                <a:cubicBezTo>
                  <a:pt x="56962" y="159009"/>
                  <a:pt x="59815" y="157417"/>
                  <a:pt x="61640" y="154896"/>
                </a:cubicBezTo>
                <a:lnTo>
                  <a:pt x="125336" y="6731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05165" y="5118374"/>
            <a:ext cx="514343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4Cs Checklist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2031" y="5495840"/>
            <a:ext cx="2623356" cy="566192"/>
          </a:xfrm>
          <a:custGeom>
            <a:avLst/>
            <a:gdLst/>
            <a:ahLst/>
            <a:cxnLst/>
            <a:rect l="l" t="t" r="r" b="b"/>
            <a:pathLst>
              <a:path w="2623356" h="566192">
                <a:moveTo>
                  <a:pt x="37748" y="0"/>
                </a:moveTo>
                <a:lnTo>
                  <a:pt x="2585608" y="0"/>
                </a:lnTo>
                <a:cubicBezTo>
                  <a:pt x="2606456" y="0"/>
                  <a:pt x="2623356" y="16900"/>
                  <a:pt x="2623356" y="37748"/>
                </a:cubicBezTo>
                <a:lnTo>
                  <a:pt x="2623356" y="528444"/>
                </a:lnTo>
                <a:cubicBezTo>
                  <a:pt x="2623356" y="549292"/>
                  <a:pt x="2606456" y="566192"/>
                  <a:pt x="2585608" y="566192"/>
                </a:cubicBezTo>
                <a:lnTo>
                  <a:pt x="37748" y="566192"/>
                </a:lnTo>
                <a:cubicBezTo>
                  <a:pt x="16900" y="566192"/>
                  <a:pt x="0" y="549292"/>
                  <a:pt x="0" y="528444"/>
                </a:cubicBezTo>
                <a:lnTo>
                  <a:pt x="0" y="37748"/>
                </a:lnTo>
                <a:cubicBezTo>
                  <a:pt x="0" y="16900"/>
                  <a:pt x="16900" y="0"/>
                  <a:pt x="377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69778" y="5571332"/>
            <a:ext cx="254786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74496" y="5797809"/>
            <a:ext cx="253842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confusion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33829" y="5495840"/>
            <a:ext cx="2623356" cy="566192"/>
          </a:xfrm>
          <a:custGeom>
            <a:avLst/>
            <a:gdLst/>
            <a:ahLst/>
            <a:cxnLst/>
            <a:rect l="l" t="t" r="r" b="b"/>
            <a:pathLst>
              <a:path w="2623356" h="566192">
                <a:moveTo>
                  <a:pt x="37748" y="0"/>
                </a:moveTo>
                <a:lnTo>
                  <a:pt x="2585608" y="0"/>
                </a:lnTo>
                <a:cubicBezTo>
                  <a:pt x="2606456" y="0"/>
                  <a:pt x="2623356" y="16900"/>
                  <a:pt x="2623356" y="37748"/>
                </a:cubicBezTo>
                <a:lnTo>
                  <a:pt x="2623356" y="528444"/>
                </a:lnTo>
                <a:cubicBezTo>
                  <a:pt x="2623356" y="549292"/>
                  <a:pt x="2606456" y="566192"/>
                  <a:pt x="2585608" y="566192"/>
                </a:cubicBezTo>
                <a:lnTo>
                  <a:pt x="37748" y="566192"/>
                </a:lnTo>
                <a:cubicBezTo>
                  <a:pt x="16900" y="566192"/>
                  <a:pt x="0" y="549292"/>
                  <a:pt x="0" y="528444"/>
                </a:cubicBezTo>
                <a:lnTo>
                  <a:pt x="0" y="37748"/>
                </a:lnTo>
                <a:cubicBezTo>
                  <a:pt x="0" y="16900"/>
                  <a:pt x="16900" y="0"/>
                  <a:pt x="377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071575" y="5571332"/>
            <a:ext cx="254786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Concise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76293" y="5797809"/>
            <a:ext cx="253842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fluff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2031" y="6137524"/>
            <a:ext cx="2623356" cy="566192"/>
          </a:xfrm>
          <a:custGeom>
            <a:avLst/>
            <a:gdLst/>
            <a:ahLst/>
            <a:cxnLst/>
            <a:rect l="l" t="t" r="r" b="b"/>
            <a:pathLst>
              <a:path w="2623356" h="566192">
                <a:moveTo>
                  <a:pt x="37748" y="0"/>
                </a:moveTo>
                <a:lnTo>
                  <a:pt x="2585608" y="0"/>
                </a:lnTo>
                <a:cubicBezTo>
                  <a:pt x="2606456" y="0"/>
                  <a:pt x="2623356" y="16900"/>
                  <a:pt x="2623356" y="37748"/>
                </a:cubicBezTo>
                <a:lnTo>
                  <a:pt x="2623356" y="528444"/>
                </a:lnTo>
                <a:cubicBezTo>
                  <a:pt x="2623356" y="549292"/>
                  <a:pt x="2606456" y="566192"/>
                  <a:pt x="2585608" y="566192"/>
                </a:cubicBezTo>
                <a:lnTo>
                  <a:pt x="37748" y="566192"/>
                </a:lnTo>
                <a:cubicBezTo>
                  <a:pt x="16900" y="566192"/>
                  <a:pt x="0" y="549292"/>
                  <a:pt x="0" y="528444"/>
                </a:cubicBezTo>
                <a:lnTo>
                  <a:pt x="0" y="37748"/>
                </a:lnTo>
                <a:cubicBezTo>
                  <a:pt x="0" y="16900"/>
                  <a:pt x="16900" y="0"/>
                  <a:pt x="377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69778" y="6213017"/>
            <a:ext cx="254786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Compelling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74496" y="6439493"/>
            <a:ext cx="253842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33829" y="6137524"/>
            <a:ext cx="2623356" cy="566192"/>
          </a:xfrm>
          <a:custGeom>
            <a:avLst/>
            <a:gdLst/>
            <a:ahLst/>
            <a:cxnLst/>
            <a:rect l="l" t="t" r="r" b="b"/>
            <a:pathLst>
              <a:path w="2623356" h="566192">
                <a:moveTo>
                  <a:pt x="37748" y="0"/>
                </a:moveTo>
                <a:lnTo>
                  <a:pt x="2585608" y="0"/>
                </a:lnTo>
                <a:cubicBezTo>
                  <a:pt x="2606456" y="0"/>
                  <a:pt x="2623356" y="16900"/>
                  <a:pt x="2623356" y="37748"/>
                </a:cubicBezTo>
                <a:lnTo>
                  <a:pt x="2623356" y="528444"/>
                </a:lnTo>
                <a:cubicBezTo>
                  <a:pt x="2623356" y="549292"/>
                  <a:pt x="2606456" y="566192"/>
                  <a:pt x="2585608" y="566192"/>
                </a:cubicBezTo>
                <a:lnTo>
                  <a:pt x="37748" y="566192"/>
                </a:lnTo>
                <a:cubicBezTo>
                  <a:pt x="16900" y="566192"/>
                  <a:pt x="0" y="549292"/>
                  <a:pt x="0" y="528444"/>
                </a:cubicBezTo>
                <a:lnTo>
                  <a:pt x="0" y="37748"/>
                </a:lnTo>
                <a:cubicBezTo>
                  <a:pt x="0" y="16900"/>
                  <a:pt x="16900" y="0"/>
                  <a:pt x="377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071575" y="6213017"/>
            <a:ext cx="2547864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Credible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76293" y="6439493"/>
            <a:ext cx="2538427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Trustworthy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d355c3dd0aa2149548f8fc20ac08aa84904b5e59.webp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598418"/>
            <a:ext cx="58959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Blogging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1518"/>
            <a:ext cx="566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Turning Your Blog Into a Business Growth Engine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24321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kern="0" spc="10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21947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Blogging Is Non-Negotiable for Business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510" y="1137798"/>
            <a:ext cx="7589589" cy="1178042"/>
          </a:xfrm>
          <a:custGeom>
            <a:avLst/>
            <a:gdLst/>
            <a:ahLst/>
            <a:cxnLst/>
            <a:rect l="l" t="t" r="r" b="b"/>
            <a:pathLst>
              <a:path w="7589589" h="1178042">
                <a:moveTo>
                  <a:pt x="73168" y="0"/>
                </a:moveTo>
                <a:lnTo>
                  <a:pt x="7516420" y="0"/>
                </a:lnTo>
                <a:cubicBezTo>
                  <a:pt x="7556830" y="0"/>
                  <a:pt x="7589589" y="32759"/>
                  <a:pt x="7589589" y="73168"/>
                </a:cubicBezTo>
                <a:lnTo>
                  <a:pt x="7589589" y="1104874"/>
                </a:lnTo>
                <a:cubicBezTo>
                  <a:pt x="7589589" y="1145283"/>
                  <a:pt x="7556830" y="1178042"/>
                  <a:pt x="7516420" y="1178042"/>
                </a:cubicBezTo>
                <a:lnTo>
                  <a:pt x="73168" y="1178042"/>
                </a:lnTo>
                <a:cubicBezTo>
                  <a:pt x="32759" y="1178042"/>
                  <a:pt x="0" y="1145283"/>
                  <a:pt x="0" y="1104874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9509" y="128779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2405" y="1388405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33764" y="66882"/>
                </a:moveTo>
                <a:cubicBezTo>
                  <a:pt x="133764" y="81641"/>
                  <a:pt x="128973" y="95275"/>
                  <a:pt x="120902" y="106336"/>
                </a:cubicBezTo>
                <a:lnTo>
                  <a:pt x="161611" y="147077"/>
                </a:lnTo>
                <a:cubicBezTo>
                  <a:pt x="165630" y="151096"/>
                  <a:pt x="165630" y="157623"/>
                  <a:pt x="161611" y="161643"/>
                </a:cubicBezTo>
                <a:cubicBezTo>
                  <a:pt x="157591" y="165662"/>
                  <a:pt x="151064" y="165662"/>
                  <a:pt x="147044" y="161643"/>
                </a:cubicBezTo>
                <a:lnTo>
                  <a:pt x="106336" y="120902"/>
                </a:lnTo>
                <a:cubicBezTo>
                  <a:pt x="95275" y="128973"/>
                  <a:pt x="81641" y="133764"/>
                  <a:pt x="66882" y="133764"/>
                </a:cubicBezTo>
                <a:cubicBezTo>
                  <a:pt x="29936" y="133764"/>
                  <a:pt x="0" y="103828"/>
                  <a:pt x="0" y="66882"/>
                </a:cubicBezTo>
                <a:cubicBezTo>
                  <a:pt x="0" y="29936"/>
                  <a:pt x="29936" y="0"/>
                  <a:pt x="66882" y="0"/>
                </a:cubicBezTo>
                <a:cubicBezTo>
                  <a:pt x="103828" y="0"/>
                  <a:pt x="133764" y="29936"/>
                  <a:pt x="133764" y="66882"/>
                </a:cubicBezTo>
                <a:close/>
                <a:moveTo>
                  <a:pt x="66882" y="113185"/>
                </a:moveTo>
                <a:cubicBezTo>
                  <a:pt x="92438" y="113185"/>
                  <a:pt x="113185" y="92438"/>
                  <a:pt x="113185" y="66882"/>
                </a:cubicBezTo>
                <a:cubicBezTo>
                  <a:pt x="113185" y="41327"/>
                  <a:pt x="92438" y="20579"/>
                  <a:pt x="66882" y="20579"/>
                </a:cubicBezTo>
                <a:cubicBezTo>
                  <a:pt x="41327" y="20579"/>
                  <a:pt x="20579" y="41327"/>
                  <a:pt x="20579" y="66882"/>
                </a:cubicBezTo>
                <a:cubicBezTo>
                  <a:pt x="20579" y="92438"/>
                  <a:pt x="41327" y="113185"/>
                  <a:pt x="66882" y="11318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5116" y="1342673"/>
            <a:ext cx="1042677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Boosts SEO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9509" y="1726817"/>
            <a:ext cx="7362761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engines love fresh, relevant content. Blogging improves website ranking, making it easier for customers to find you. </a:t>
            </a: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 of online experiences begin with a search engine.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9510" y="2432918"/>
            <a:ext cx="7589589" cy="1178042"/>
          </a:xfrm>
          <a:custGeom>
            <a:avLst/>
            <a:gdLst/>
            <a:ahLst/>
            <a:cxnLst/>
            <a:rect l="l" t="t" r="r" b="b"/>
            <a:pathLst>
              <a:path w="7589589" h="1178042">
                <a:moveTo>
                  <a:pt x="73168" y="0"/>
                </a:moveTo>
                <a:lnTo>
                  <a:pt x="7516420" y="0"/>
                </a:lnTo>
                <a:cubicBezTo>
                  <a:pt x="7556830" y="0"/>
                  <a:pt x="7589589" y="32759"/>
                  <a:pt x="7589589" y="73168"/>
                </a:cubicBezTo>
                <a:lnTo>
                  <a:pt x="7589589" y="1104874"/>
                </a:lnTo>
                <a:cubicBezTo>
                  <a:pt x="7589589" y="1145283"/>
                  <a:pt x="7556830" y="1178042"/>
                  <a:pt x="7516420" y="1178042"/>
                </a:cubicBezTo>
                <a:lnTo>
                  <a:pt x="73168" y="1178042"/>
                </a:lnTo>
                <a:cubicBezTo>
                  <a:pt x="32759" y="1178042"/>
                  <a:pt x="0" y="1145283"/>
                  <a:pt x="0" y="1104874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9509" y="258291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2694" y="2683524"/>
            <a:ext cx="144054" cy="164633"/>
          </a:xfrm>
          <a:custGeom>
            <a:avLst/>
            <a:gdLst/>
            <a:ahLst/>
            <a:cxnLst/>
            <a:rect l="l" t="t" r="r" b="b"/>
            <a:pathLst>
              <a:path w="144054" h="164633">
                <a:moveTo>
                  <a:pt x="79069" y="-8328"/>
                </a:moveTo>
                <a:cubicBezTo>
                  <a:pt x="74760" y="-10965"/>
                  <a:pt x="69326" y="-10965"/>
                  <a:pt x="65017" y="-8328"/>
                </a:cubicBezTo>
                <a:cubicBezTo>
                  <a:pt x="57171" y="-3537"/>
                  <a:pt x="52316" y="-2251"/>
                  <a:pt x="43120" y="-2444"/>
                </a:cubicBezTo>
                <a:cubicBezTo>
                  <a:pt x="38071" y="-2572"/>
                  <a:pt x="33377" y="161"/>
                  <a:pt x="30933" y="4598"/>
                </a:cubicBezTo>
                <a:cubicBezTo>
                  <a:pt x="26528" y="12669"/>
                  <a:pt x="22959" y="16238"/>
                  <a:pt x="14888" y="20643"/>
                </a:cubicBezTo>
                <a:cubicBezTo>
                  <a:pt x="10450" y="23055"/>
                  <a:pt x="7749" y="27782"/>
                  <a:pt x="7846" y="32830"/>
                </a:cubicBezTo>
                <a:cubicBezTo>
                  <a:pt x="8071" y="42026"/>
                  <a:pt x="6753" y="46882"/>
                  <a:pt x="1961" y="54728"/>
                </a:cubicBezTo>
                <a:cubicBezTo>
                  <a:pt x="-675" y="59036"/>
                  <a:pt x="-675" y="64471"/>
                  <a:pt x="1961" y="68779"/>
                </a:cubicBezTo>
                <a:cubicBezTo>
                  <a:pt x="6753" y="76625"/>
                  <a:pt x="8039" y="81481"/>
                  <a:pt x="7846" y="90677"/>
                </a:cubicBezTo>
                <a:cubicBezTo>
                  <a:pt x="7717" y="95725"/>
                  <a:pt x="10450" y="100420"/>
                  <a:pt x="14888" y="102864"/>
                </a:cubicBezTo>
                <a:cubicBezTo>
                  <a:pt x="21994" y="106754"/>
                  <a:pt x="25595" y="109970"/>
                  <a:pt x="29390" y="116208"/>
                </a:cubicBezTo>
                <a:lnTo>
                  <a:pt x="13730" y="147430"/>
                </a:lnTo>
                <a:cubicBezTo>
                  <a:pt x="11833" y="151257"/>
                  <a:pt x="13376" y="155887"/>
                  <a:pt x="17171" y="157784"/>
                </a:cubicBezTo>
                <a:lnTo>
                  <a:pt x="44824" y="171611"/>
                </a:lnTo>
                <a:cubicBezTo>
                  <a:pt x="48522" y="173444"/>
                  <a:pt x="53023" y="172061"/>
                  <a:pt x="55017" y="168460"/>
                </a:cubicBezTo>
                <a:lnTo>
                  <a:pt x="71995" y="137880"/>
                </a:lnTo>
                <a:lnTo>
                  <a:pt x="88973" y="168460"/>
                </a:lnTo>
                <a:cubicBezTo>
                  <a:pt x="90966" y="172061"/>
                  <a:pt x="95468" y="173476"/>
                  <a:pt x="99166" y="171611"/>
                </a:cubicBezTo>
                <a:lnTo>
                  <a:pt x="126819" y="157784"/>
                </a:lnTo>
                <a:cubicBezTo>
                  <a:pt x="130645" y="155887"/>
                  <a:pt x="132189" y="151257"/>
                  <a:pt x="130260" y="147430"/>
                </a:cubicBezTo>
                <a:lnTo>
                  <a:pt x="114632" y="116176"/>
                </a:lnTo>
                <a:cubicBezTo>
                  <a:pt x="118394" y="109938"/>
                  <a:pt x="122028" y="106722"/>
                  <a:pt x="129134" y="102831"/>
                </a:cubicBezTo>
                <a:cubicBezTo>
                  <a:pt x="133572" y="100420"/>
                  <a:pt x="136273" y="95693"/>
                  <a:pt x="136176" y="90645"/>
                </a:cubicBezTo>
                <a:cubicBezTo>
                  <a:pt x="135951" y="81448"/>
                  <a:pt x="137269" y="76593"/>
                  <a:pt x="142060" y="68747"/>
                </a:cubicBezTo>
                <a:cubicBezTo>
                  <a:pt x="144697" y="64438"/>
                  <a:pt x="144697" y="59004"/>
                  <a:pt x="142060" y="54696"/>
                </a:cubicBezTo>
                <a:cubicBezTo>
                  <a:pt x="137269" y="46850"/>
                  <a:pt x="135983" y="41994"/>
                  <a:pt x="136176" y="32798"/>
                </a:cubicBezTo>
                <a:cubicBezTo>
                  <a:pt x="136305" y="27750"/>
                  <a:pt x="133572" y="23055"/>
                  <a:pt x="129134" y="20611"/>
                </a:cubicBezTo>
                <a:cubicBezTo>
                  <a:pt x="121063" y="16206"/>
                  <a:pt x="117494" y="12637"/>
                  <a:pt x="113089" y="4566"/>
                </a:cubicBezTo>
                <a:cubicBezTo>
                  <a:pt x="110677" y="129"/>
                  <a:pt x="105950" y="-2572"/>
                  <a:pt x="100902" y="-2476"/>
                </a:cubicBezTo>
                <a:cubicBezTo>
                  <a:pt x="91706" y="-2251"/>
                  <a:pt x="86850" y="-3569"/>
                  <a:pt x="79005" y="-8360"/>
                </a:cubicBezTo>
                <a:close/>
                <a:moveTo>
                  <a:pt x="72027" y="30869"/>
                </a:moveTo>
                <a:cubicBezTo>
                  <a:pt x="89064" y="30869"/>
                  <a:pt x="102896" y="44701"/>
                  <a:pt x="102896" y="61737"/>
                </a:cubicBezTo>
                <a:cubicBezTo>
                  <a:pt x="102896" y="78774"/>
                  <a:pt x="89064" y="92606"/>
                  <a:pt x="72027" y="92606"/>
                </a:cubicBezTo>
                <a:cubicBezTo>
                  <a:pt x="54990" y="92606"/>
                  <a:pt x="41158" y="78774"/>
                  <a:pt x="41158" y="61737"/>
                </a:cubicBezTo>
                <a:cubicBezTo>
                  <a:pt x="41158" y="44701"/>
                  <a:pt x="54990" y="30869"/>
                  <a:pt x="72027" y="30869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5116" y="2637793"/>
            <a:ext cx="2012183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Trust &amp; Authority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509" y="3021937"/>
            <a:ext cx="7362761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Sharing valuable insights positions your business as an expert in your field. </a:t>
            </a: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73% of B2B marketers consider content marketing the most effective strategy for generating leads.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9510" y="3728028"/>
            <a:ext cx="7589589" cy="1178042"/>
          </a:xfrm>
          <a:custGeom>
            <a:avLst/>
            <a:gdLst/>
            <a:ahLst/>
            <a:cxnLst/>
            <a:rect l="l" t="t" r="r" b="b"/>
            <a:pathLst>
              <a:path w="7589589" h="1178042">
                <a:moveTo>
                  <a:pt x="73168" y="0"/>
                </a:moveTo>
                <a:lnTo>
                  <a:pt x="7516420" y="0"/>
                </a:lnTo>
                <a:cubicBezTo>
                  <a:pt x="7556830" y="0"/>
                  <a:pt x="7589589" y="32759"/>
                  <a:pt x="7589589" y="73168"/>
                </a:cubicBezTo>
                <a:lnTo>
                  <a:pt x="7589589" y="1104874"/>
                </a:lnTo>
                <a:cubicBezTo>
                  <a:pt x="7589589" y="1145283"/>
                  <a:pt x="7556830" y="1178042"/>
                  <a:pt x="7516420" y="1178042"/>
                </a:cubicBezTo>
                <a:lnTo>
                  <a:pt x="73168" y="1178042"/>
                </a:lnTo>
                <a:cubicBezTo>
                  <a:pt x="32759" y="1178042"/>
                  <a:pt x="0" y="1145283"/>
                  <a:pt x="0" y="1104874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9509" y="3878026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2405" y="3978635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20579" y="20579"/>
                </a:moveTo>
                <a:cubicBezTo>
                  <a:pt x="20579" y="14888"/>
                  <a:pt x="15981" y="10290"/>
                  <a:pt x="10290" y="10290"/>
                </a:cubicBezTo>
                <a:cubicBezTo>
                  <a:pt x="4598" y="10290"/>
                  <a:pt x="0" y="14888"/>
                  <a:pt x="0" y="20579"/>
                </a:cubicBezTo>
                <a:lnTo>
                  <a:pt x="0" y="128620"/>
                </a:lnTo>
                <a:cubicBezTo>
                  <a:pt x="0" y="142832"/>
                  <a:pt x="11511" y="154344"/>
                  <a:pt x="25724" y="154344"/>
                </a:cubicBezTo>
                <a:lnTo>
                  <a:pt x="154344" y="154344"/>
                </a:lnTo>
                <a:cubicBezTo>
                  <a:pt x="160035" y="154344"/>
                  <a:pt x="164633" y="149745"/>
                  <a:pt x="164633" y="144054"/>
                </a:cubicBezTo>
                <a:cubicBezTo>
                  <a:pt x="164633" y="138363"/>
                  <a:pt x="160035" y="133764"/>
                  <a:pt x="154344" y="133764"/>
                </a:cubicBezTo>
                <a:lnTo>
                  <a:pt x="25724" y="133764"/>
                </a:lnTo>
                <a:cubicBezTo>
                  <a:pt x="22894" y="133764"/>
                  <a:pt x="20579" y="131449"/>
                  <a:pt x="20579" y="128620"/>
                </a:cubicBezTo>
                <a:lnTo>
                  <a:pt x="20579" y="20579"/>
                </a:lnTo>
                <a:close/>
                <a:moveTo>
                  <a:pt x="151321" y="48425"/>
                </a:moveTo>
                <a:cubicBezTo>
                  <a:pt x="155340" y="44406"/>
                  <a:pt x="155340" y="37878"/>
                  <a:pt x="151321" y="33859"/>
                </a:cubicBezTo>
                <a:cubicBezTo>
                  <a:pt x="147302" y="29840"/>
                  <a:pt x="140774" y="29840"/>
                  <a:pt x="136755" y="33859"/>
                </a:cubicBezTo>
                <a:lnTo>
                  <a:pt x="102896" y="67750"/>
                </a:lnTo>
                <a:lnTo>
                  <a:pt x="84439" y="49326"/>
                </a:lnTo>
                <a:cubicBezTo>
                  <a:pt x="80419" y="45306"/>
                  <a:pt x="73892" y="45306"/>
                  <a:pt x="69873" y="49326"/>
                </a:cubicBezTo>
                <a:lnTo>
                  <a:pt x="39004" y="80194"/>
                </a:lnTo>
                <a:cubicBezTo>
                  <a:pt x="34985" y="84214"/>
                  <a:pt x="34985" y="90741"/>
                  <a:pt x="39004" y="94761"/>
                </a:cubicBezTo>
                <a:cubicBezTo>
                  <a:pt x="43023" y="98780"/>
                  <a:pt x="49551" y="98780"/>
                  <a:pt x="53570" y="94761"/>
                </a:cubicBezTo>
                <a:lnTo>
                  <a:pt x="77172" y="71159"/>
                </a:lnTo>
                <a:lnTo>
                  <a:pt x="95629" y="89616"/>
                </a:lnTo>
                <a:cubicBezTo>
                  <a:pt x="99648" y="93635"/>
                  <a:pt x="106176" y="93635"/>
                  <a:pt x="110195" y="89616"/>
                </a:cubicBezTo>
                <a:lnTo>
                  <a:pt x="151353" y="48457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5116" y="3932903"/>
            <a:ext cx="117987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Drives Traffic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509" y="4317047"/>
            <a:ext cx="7362761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Blogs attract visitors to your website, increasing chances of converting them into customers. </a:t>
            </a: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Businesses that consistently blog experience 13x higher positive ROI.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09212" y="1137798"/>
            <a:ext cx="3720709" cy="1178042"/>
          </a:xfrm>
          <a:custGeom>
            <a:avLst/>
            <a:gdLst/>
            <a:ahLst/>
            <a:cxnLst/>
            <a:rect l="l" t="t" r="r" b="b"/>
            <a:pathLst>
              <a:path w="3720709" h="1178042">
                <a:moveTo>
                  <a:pt x="73168" y="0"/>
                </a:moveTo>
                <a:lnTo>
                  <a:pt x="3647541" y="0"/>
                </a:lnTo>
                <a:cubicBezTo>
                  <a:pt x="3687951" y="0"/>
                  <a:pt x="3720709" y="32759"/>
                  <a:pt x="3720709" y="73168"/>
                </a:cubicBezTo>
                <a:lnTo>
                  <a:pt x="3720709" y="1104874"/>
                </a:lnTo>
                <a:cubicBezTo>
                  <a:pt x="3720709" y="1145283"/>
                  <a:pt x="3687951" y="1178042"/>
                  <a:pt x="3647541" y="1178042"/>
                </a:cubicBezTo>
                <a:lnTo>
                  <a:pt x="73168" y="1178042"/>
                </a:lnTo>
                <a:cubicBezTo>
                  <a:pt x="32759" y="1178042"/>
                  <a:pt x="0" y="1145283"/>
                  <a:pt x="0" y="1104874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59211" y="128779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51817" y="1388405"/>
            <a:ext cx="185212" cy="164633"/>
          </a:xfrm>
          <a:custGeom>
            <a:avLst/>
            <a:gdLst/>
            <a:ahLst/>
            <a:cxnLst/>
            <a:rect l="l" t="t" r="r" b="b"/>
            <a:pathLst>
              <a:path w="185212" h="164633">
                <a:moveTo>
                  <a:pt x="123475" y="46303"/>
                </a:moveTo>
                <a:cubicBezTo>
                  <a:pt x="123475" y="77558"/>
                  <a:pt x="95822" y="102896"/>
                  <a:pt x="61737" y="102896"/>
                </a:cubicBezTo>
                <a:cubicBezTo>
                  <a:pt x="53152" y="102896"/>
                  <a:pt x="44985" y="101288"/>
                  <a:pt x="37557" y="98394"/>
                </a:cubicBezTo>
                <a:lnTo>
                  <a:pt x="11319" y="112285"/>
                </a:lnTo>
                <a:cubicBezTo>
                  <a:pt x="8328" y="113861"/>
                  <a:pt x="4662" y="113314"/>
                  <a:pt x="2251" y="110934"/>
                </a:cubicBezTo>
                <a:cubicBezTo>
                  <a:pt x="-161" y="108555"/>
                  <a:pt x="-707" y="104857"/>
                  <a:pt x="900" y="101867"/>
                </a:cubicBezTo>
                <a:lnTo>
                  <a:pt x="12347" y="80259"/>
                </a:lnTo>
                <a:cubicBezTo>
                  <a:pt x="4598" y="70805"/>
                  <a:pt x="0" y="59036"/>
                  <a:pt x="0" y="46303"/>
                </a:cubicBezTo>
                <a:cubicBezTo>
                  <a:pt x="0" y="15048"/>
                  <a:pt x="27653" y="-10290"/>
                  <a:pt x="61737" y="-10290"/>
                </a:cubicBezTo>
                <a:cubicBezTo>
                  <a:pt x="95822" y="-10290"/>
                  <a:pt x="123475" y="15048"/>
                  <a:pt x="123475" y="46303"/>
                </a:cubicBezTo>
                <a:close/>
                <a:moveTo>
                  <a:pt x="123475" y="164633"/>
                </a:moveTo>
                <a:cubicBezTo>
                  <a:pt x="93217" y="164633"/>
                  <a:pt x="68040" y="144665"/>
                  <a:pt x="62766" y="118330"/>
                </a:cubicBezTo>
                <a:cubicBezTo>
                  <a:pt x="101352" y="117848"/>
                  <a:pt x="134890" y="90387"/>
                  <a:pt x="138588" y="53152"/>
                </a:cubicBezTo>
                <a:cubicBezTo>
                  <a:pt x="165373" y="59326"/>
                  <a:pt x="185212" y="81545"/>
                  <a:pt x="185212" y="108041"/>
                </a:cubicBezTo>
                <a:cubicBezTo>
                  <a:pt x="185212" y="120774"/>
                  <a:pt x="180614" y="132543"/>
                  <a:pt x="172865" y="141996"/>
                </a:cubicBezTo>
                <a:lnTo>
                  <a:pt x="184312" y="163604"/>
                </a:lnTo>
                <a:cubicBezTo>
                  <a:pt x="185888" y="166595"/>
                  <a:pt x="185341" y="170260"/>
                  <a:pt x="182961" y="172672"/>
                </a:cubicBezTo>
                <a:cubicBezTo>
                  <a:pt x="180582" y="175084"/>
                  <a:pt x="176884" y="175630"/>
                  <a:pt x="173894" y="174022"/>
                </a:cubicBezTo>
                <a:lnTo>
                  <a:pt x="147655" y="160131"/>
                </a:lnTo>
                <a:cubicBezTo>
                  <a:pt x="140228" y="163025"/>
                  <a:pt x="132060" y="164633"/>
                  <a:pt x="123475" y="16463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4818" y="1342673"/>
            <a:ext cx="159145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Engages Audience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9211" y="1726817"/>
            <a:ext cx="3493881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Blogs provide a platform to interact through comments, shares, and feedback.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9212" y="2432918"/>
            <a:ext cx="3720709" cy="1178042"/>
          </a:xfrm>
          <a:custGeom>
            <a:avLst/>
            <a:gdLst/>
            <a:ahLst/>
            <a:cxnLst/>
            <a:rect l="l" t="t" r="r" b="b"/>
            <a:pathLst>
              <a:path w="3720709" h="1178042">
                <a:moveTo>
                  <a:pt x="73168" y="0"/>
                </a:moveTo>
                <a:lnTo>
                  <a:pt x="3647541" y="0"/>
                </a:lnTo>
                <a:cubicBezTo>
                  <a:pt x="3687951" y="0"/>
                  <a:pt x="3720709" y="32759"/>
                  <a:pt x="3720709" y="73168"/>
                </a:cubicBezTo>
                <a:lnTo>
                  <a:pt x="3720709" y="1104874"/>
                </a:lnTo>
                <a:cubicBezTo>
                  <a:pt x="3720709" y="1145283"/>
                  <a:pt x="3687951" y="1178042"/>
                  <a:pt x="3647541" y="1178042"/>
                </a:cubicBezTo>
                <a:lnTo>
                  <a:pt x="73168" y="1178042"/>
                </a:lnTo>
                <a:cubicBezTo>
                  <a:pt x="32759" y="1178042"/>
                  <a:pt x="0" y="1145283"/>
                  <a:pt x="0" y="1104874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59211" y="258291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62107" y="2683524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23475" y="61737"/>
                </a:moveTo>
                <a:cubicBezTo>
                  <a:pt x="140517" y="61737"/>
                  <a:pt x="154344" y="47911"/>
                  <a:pt x="154344" y="30869"/>
                </a:cubicBezTo>
                <a:cubicBezTo>
                  <a:pt x="154344" y="13827"/>
                  <a:pt x="140517" y="0"/>
                  <a:pt x="123475" y="0"/>
                </a:cubicBezTo>
                <a:cubicBezTo>
                  <a:pt x="106433" y="0"/>
                  <a:pt x="92606" y="13827"/>
                  <a:pt x="92606" y="30869"/>
                </a:cubicBezTo>
                <a:cubicBezTo>
                  <a:pt x="92606" y="32605"/>
                  <a:pt x="92767" y="34341"/>
                  <a:pt x="93024" y="36014"/>
                </a:cubicBezTo>
                <a:lnTo>
                  <a:pt x="51319" y="59197"/>
                </a:lnTo>
                <a:cubicBezTo>
                  <a:pt x="45885" y="54374"/>
                  <a:pt x="38715" y="51448"/>
                  <a:pt x="30869" y="51448"/>
                </a:cubicBezTo>
                <a:cubicBezTo>
                  <a:pt x="13827" y="51448"/>
                  <a:pt x="0" y="65274"/>
                  <a:pt x="0" y="82317"/>
                </a:cubicBezTo>
                <a:cubicBezTo>
                  <a:pt x="0" y="99359"/>
                  <a:pt x="13827" y="113185"/>
                  <a:pt x="30869" y="113185"/>
                </a:cubicBezTo>
                <a:cubicBezTo>
                  <a:pt x="38715" y="113185"/>
                  <a:pt x="45853" y="110259"/>
                  <a:pt x="51319" y="105436"/>
                </a:cubicBezTo>
                <a:lnTo>
                  <a:pt x="93024" y="128620"/>
                </a:lnTo>
                <a:cubicBezTo>
                  <a:pt x="92735" y="130292"/>
                  <a:pt x="92606" y="131996"/>
                  <a:pt x="92606" y="133764"/>
                </a:cubicBezTo>
                <a:cubicBezTo>
                  <a:pt x="92606" y="150807"/>
                  <a:pt x="106433" y="164633"/>
                  <a:pt x="123475" y="164633"/>
                </a:cubicBezTo>
                <a:cubicBezTo>
                  <a:pt x="140517" y="164633"/>
                  <a:pt x="154344" y="150807"/>
                  <a:pt x="154344" y="133764"/>
                </a:cubicBezTo>
                <a:cubicBezTo>
                  <a:pt x="154344" y="116722"/>
                  <a:pt x="140517" y="102896"/>
                  <a:pt x="123475" y="102896"/>
                </a:cubicBezTo>
                <a:cubicBezTo>
                  <a:pt x="115629" y="102896"/>
                  <a:pt x="108491" y="105822"/>
                  <a:pt x="103024" y="110645"/>
                </a:cubicBezTo>
                <a:lnTo>
                  <a:pt x="61319" y="87461"/>
                </a:lnTo>
                <a:cubicBezTo>
                  <a:pt x="61609" y="85789"/>
                  <a:pt x="61737" y="84085"/>
                  <a:pt x="61737" y="82317"/>
                </a:cubicBezTo>
                <a:cubicBezTo>
                  <a:pt x="61737" y="80548"/>
                  <a:pt x="61577" y="78844"/>
                  <a:pt x="61319" y="77172"/>
                </a:cubicBezTo>
                <a:lnTo>
                  <a:pt x="103024" y="53988"/>
                </a:lnTo>
                <a:cubicBezTo>
                  <a:pt x="108459" y="58811"/>
                  <a:pt x="115629" y="61737"/>
                  <a:pt x="123475" y="61737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34818" y="2637793"/>
            <a:ext cx="190242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Social Media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59211" y="3021937"/>
            <a:ext cx="3493881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Blog content can be repurposed for social media, email campaigns, and other channels.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212" y="3728028"/>
            <a:ext cx="3720709" cy="2330474"/>
          </a:xfrm>
          <a:custGeom>
            <a:avLst/>
            <a:gdLst/>
            <a:ahLst/>
            <a:cxnLst/>
            <a:rect l="l" t="t" r="r" b="b"/>
            <a:pathLst>
              <a:path w="3720709" h="2330474">
                <a:moveTo>
                  <a:pt x="73177" y="0"/>
                </a:moveTo>
                <a:lnTo>
                  <a:pt x="3647532" y="0"/>
                </a:lnTo>
                <a:cubicBezTo>
                  <a:pt x="3687947" y="0"/>
                  <a:pt x="3720709" y="32762"/>
                  <a:pt x="3720709" y="73177"/>
                </a:cubicBezTo>
                <a:lnTo>
                  <a:pt x="3720709" y="2257297"/>
                </a:lnTo>
                <a:cubicBezTo>
                  <a:pt x="3720709" y="2297711"/>
                  <a:pt x="3687947" y="2330474"/>
                  <a:pt x="3647532" y="2330474"/>
                </a:cubicBezTo>
                <a:lnTo>
                  <a:pt x="73177" y="2330474"/>
                </a:lnTo>
                <a:cubicBezTo>
                  <a:pt x="32762" y="2330474"/>
                  <a:pt x="0" y="2297711"/>
                  <a:pt x="0" y="2257297"/>
                </a:cubicBezTo>
                <a:lnTo>
                  <a:pt x="0" y="73177"/>
                </a:lnTo>
                <a:cubicBezTo>
                  <a:pt x="0" y="32789"/>
                  <a:pt x="32789" y="0"/>
                  <a:pt x="73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70181" y="3921926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46400" y="0"/>
                </a:moveTo>
                <a:lnTo>
                  <a:pt x="118427" y="0"/>
                </a:lnTo>
                <a:cubicBezTo>
                  <a:pt x="126948" y="0"/>
                  <a:pt x="133893" y="7010"/>
                  <a:pt x="133572" y="15499"/>
                </a:cubicBezTo>
                <a:cubicBezTo>
                  <a:pt x="133507" y="17203"/>
                  <a:pt x="133443" y="18907"/>
                  <a:pt x="133346" y="20579"/>
                </a:cubicBezTo>
                <a:lnTo>
                  <a:pt x="149295" y="20579"/>
                </a:lnTo>
                <a:cubicBezTo>
                  <a:pt x="157688" y="20579"/>
                  <a:pt x="165083" y="27525"/>
                  <a:pt x="164440" y="36592"/>
                </a:cubicBezTo>
                <a:cubicBezTo>
                  <a:pt x="162029" y="69937"/>
                  <a:pt x="144987" y="88265"/>
                  <a:pt x="126497" y="97847"/>
                </a:cubicBezTo>
                <a:cubicBezTo>
                  <a:pt x="121417" y="100484"/>
                  <a:pt x="116240" y="102446"/>
                  <a:pt x="111320" y="103893"/>
                </a:cubicBezTo>
                <a:cubicBezTo>
                  <a:pt x="104825" y="113089"/>
                  <a:pt x="98072" y="117944"/>
                  <a:pt x="92703" y="120549"/>
                </a:cubicBezTo>
                <a:lnTo>
                  <a:pt x="92703" y="144054"/>
                </a:lnTo>
                <a:lnTo>
                  <a:pt x="113282" y="144054"/>
                </a:lnTo>
                <a:cubicBezTo>
                  <a:pt x="118973" y="144054"/>
                  <a:pt x="123571" y="148652"/>
                  <a:pt x="123571" y="154344"/>
                </a:cubicBezTo>
                <a:cubicBezTo>
                  <a:pt x="123571" y="160035"/>
                  <a:pt x="118973" y="164633"/>
                  <a:pt x="113282" y="164633"/>
                </a:cubicBezTo>
                <a:lnTo>
                  <a:pt x="51544" y="164633"/>
                </a:lnTo>
                <a:cubicBezTo>
                  <a:pt x="45853" y="164633"/>
                  <a:pt x="41255" y="160035"/>
                  <a:pt x="41255" y="154344"/>
                </a:cubicBezTo>
                <a:cubicBezTo>
                  <a:pt x="41255" y="148652"/>
                  <a:pt x="45853" y="144054"/>
                  <a:pt x="51544" y="144054"/>
                </a:cubicBezTo>
                <a:lnTo>
                  <a:pt x="72123" y="144054"/>
                </a:lnTo>
                <a:lnTo>
                  <a:pt x="72123" y="120549"/>
                </a:lnTo>
                <a:cubicBezTo>
                  <a:pt x="66979" y="118073"/>
                  <a:pt x="60580" y="113475"/>
                  <a:pt x="54342" y="105018"/>
                </a:cubicBezTo>
                <a:cubicBezTo>
                  <a:pt x="48425" y="103475"/>
                  <a:pt x="41994" y="101127"/>
                  <a:pt x="35724" y="97590"/>
                </a:cubicBezTo>
                <a:cubicBezTo>
                  <a:pt x="18328" y="87847"/>
                  <a:pt x="2637" y="69487"/>
                  <a:pt x="386" y="36528"/>
                </a:cubicBezTo>
                <a:cubicBezTo>
                  <a:pt x="-225" y="27492"/>
                  <a:pt x="7138" y="20547"/>
                  <a:pt x="15531" y="20547"/>
                </a:cubicBezTo>
                <a:lnTo>
                  <a:pt x="31480" y="20547"/>
                </a:lnTo>
                <a:cubicBezTo>
                  <a:pt x="31383" y="18875"/>
                  <a:pt x="31319" y="17203"/>
                  <a:pt x="31255" y="15467"/>
                </a:cubicBezTo>
                <a:cubicBezTo>
                  <a:pt x="30933" y="6945"/>
                  <a:pt x="37878" y="-32"/>
                  <a:pt x="46400" y="-32"/>
                </a:cubicBezTo>
                <a:close/>
                <a:moveTo>
                  <a:pt x="32637" y="36014"/>
                </a:moveTo>
                <a:lnTo>
                  <a:pt x="15788" y="36014"/>
                </a:lnTo>
                <a:cubicBezTo>
                  <a:pt x="17782" y="63249"/>
                  <a:pt x="30290" y="76882"/>
                  <a:pt x="43184" y="84117"/>
                </a:cubicBezTo>
                <a:cubicBezTo>
                  <a:pt x="38554" y="72123"/>
                  <a:pt x="34727" y="56464"/>
                  <a:pt x="32637" y="36014"/>
                </a:cubicBezTo>
                <a:close/>
                <a:moveTo>
                  <a:pt x="122189" y="82574"/>
                </a:moveTo>
                <a:cubicBezTo>
                  <a:pt x="135211" y="74921"/>
                  <a:pt x="146980" y="61319"/>
                  <a:pt x="148974" y="36014"/>
                </a:cubicBezTo>
                <a:lnTo>
                  <a:pt x="132157" y="36014"/>
                </a:lnTo>
                <a:cubicBezTo>
                  <a:pt x="130163" y="55596"/>
                  <a:pt x="126562" y="70805"/>
                  <a:pt x="122189" y="8257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81113" y="3878026"/>
            <a:ext cx="3239967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Blogging Statistics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76895" y="4243877"/>
            <a:ext cx="3585344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3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7199" y="4609728"/>
            <a:ext cx="34847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blogs daily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9211" y="4869483"/>
            <a:ext cx="3420711" cy="7317"/>
          </a:xfrm>
          <a:custGeom>
            <a:avLst/>
            <a:gdLst/>
            <a:ahLst/>
            <a:cxnLst/>
            <a:rect l="l" t="t" r="r" b="b"/>
            <a:pathLst>
              <a:path w="3420711" h="7317">
                <a:moveTo>
                  <a:pt x="0" y="0"/>
                </a:moveTo>
                <a:lnTo>
                  <a:pt x="3420711" y="0"/>
                </a:lnTo>
                <a:lnTo>
                  <a:pt x="3420711" y="7317"/>
                </a:lnTo>
                <a:lnTo>
                  <a:pt x="0" y="731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27153" y="4975580"/>
            <a:ext cx="680141" cy="16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minutes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7199" y="5165821"/>
            <a:ext cx="34847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reading time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9211" y="5425575"/>
            <a:ext cx="3420711" cy="7317"/>
          </a:xfrm>
          <a:custGeom>
            <a:avLst/>
            <a:gdLst/>
            <a:ahLst/>
            <a:cxnLst/>
            <a:rect l="l" t="t" r="r" b="b"/>
            <a:pathLst>
              <a:path w="3420711" h="7317">
                <a:moveTo>
                  <a:pt x="0" y="0"/>
                </a:moveTo>
                <a:lnTo>
                  <a:pt x="3420711" y="0"/>
                </a:lnTo>
                <a:lnTo>
                  <a:pt x="3420711" y="7317"/>
                </a:lnTo>
                <a:lnTo>
                  <a:pt x="0" y="731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782525" y="5531672"/>
            <a:ext cx="369510" cy="16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7199" y="5721922"/>
            <a:ext cx="34847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traffic for listicles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144" y="6204844"/>
            <a:ext cx="11442005" cy="439022"/>
          </a:xfrm>
          <a:custGeom>
            <a:avLst/>
            <a:gdLst/>
            <a:ahLst/>
            <a:cxnLst/>
            <a:rect l="l" t="t" r="r" b="b"/>
            <a:pathLst>
              <a:path w="11442005" h="439022">
                <a:moveTo>
                  <a:pt x="0" y="0"/>
                </a:moveTo>
                <a:lnTo>
                  <a:pt x="11368833" y="0"/>
                </a:lnTo>
                <a:cubicBezTo>
                  <a:pt x="11409244" y="0"/>
                  <a:pt x="11442005" y="32760"/>
                  <a:pt x="11442005" y="73172"/>
                </a:cubicBezTo>
                <a:lnTo>
                  <a:pt x="11442005" y="365850"/>
                </a:lnTo>
                <a:cubicBezTo>
                  <a:pt x="11442005" y="406262"/>
                  <a:pt x="11409244" y="439022"/>
                  <a:pt x="11368833" y="439022"/>
                </a:cubicBezTo>
                <a:lnTo>
                  <a:pt x="0" y="439022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4144" y="6204844"/>
            <a:ext cx="36585" cy="439022"/>
          </a:xfrm>
          <a:custGeom>
            <a:avLst/>
            <a:gdLst/>
            <a:ahLst/>
            <a:cxnLst/>
            <a:rect l="l" t="t" r="r" b="b"/>
            <a:pathLst>
              <a:path w="36585" h="439022">
                <a:moveTo>
                  <a:pt x="0" y="0"/>
                </a:moveTo>
                <a:lnTo>
                  <a:pt x="36585" y="0"/>
                </a:lnTo>
                <a:lnTo>
                  <a:pt x="36585" y="439022"/>
                </a:lnTo>
                <a:lnTo>
                  <a:pt x="0" y="43902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2192" y="6314600"/>
            <a:ext cx="1127737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Reality:</a:t>
            </a:r>
            <a:r>
              <a:rPr lang="en-US" sz="115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Blogging is no longer optional—it's a necessity. It's a cost-effective way to connect with your audience, improve online presence, and drive sustainable growth.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Anatomy of High-Impact Blog Posts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411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6276" y="14744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020" y="19126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Compelling Headline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22555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keyword-optimized, attention-grabbing. Front-load keywords.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33413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8404" y="34442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1045" y="34213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Promise 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0885" y="11849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7095" y="13411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72351" y="14744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33933" y="13729"/>
                </a:moveTo>
                <a:cubicBezTo>
                  <a:pt x="29319" y="11199"/>
                  <a:pt x="23738" y="11311"/>
                  <a:pt x="19199" y="13990"/>
                </a:cubicBezTo>
                <a:cubicBezTo>
                  <a:pt x="14660" y="16669"/>
                  <a:pt x="11906" y="21543"/>
                  <a:pt x="11906" y="26789"/>
                </a:cubicBezTo>
                <a:lnTo>
                  <a:pt x="11906" y="163711"/>
                </a:lnTo>
                <a:cubicBezTo>
                  <a:pt x="11906" y="168957"/>
                  <a:pt x="14697" y="173831"/>
                  <a:pt x="19199" y="176510"/>
                </a:cubicBezTo>
                <a:cubicBezTo>
                  <a:pt x="23701" y="179189"/>
                  <a:pt x="29319" y="179301"/>
                  <a:pt x="33933" y="176771"/>
                </a:cubicBezTo>
                <a:lnTo>
                  <a:pt x="158948" y="108310"/>
                </a:lnTo>
                <a:cubicBezTo>
                  <a:pt x="163711" y="105705"/>
                  <a:pt x="166688" y="100682"/>
                  <a:pt x="166688" y="95250"/>
                </a:cubicBezTo>
                <a:cubicBezTo>
                  <a:pt x="166688" y="89818"/>
                  <a:pt x="163711" y="84795"/>
                  <a:pt x="158948" y="82190"/>
                </a:cubicBezTo>
                <a:lnTo>
                  <a:pt x="33933" y="1372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7095" y="19126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Introduction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7095" y="22555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Hook readers immediately. State the problem, promise the solution.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7095" y="33413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54480" y="34442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27120" y="34213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100 words critical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6960" y="11849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13170" y="13411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14744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13170" y="19126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Scannable Structure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3170" y="22555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paragraphs (4-5 lines max), bullet points, subheadings.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13170" y="33413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40554" y="34442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13195" y="34213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readers are skimmers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43035" y="11849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99245" y="13411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320689" y="14744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35719"/>
                </a:moveTo>
                <a:cubicBezTo>
                  <a:pt x="35719" y="22585"/>
                  <a:pt x="46397" y="11906"/>
                  <a:pt x="59531" y="11906"/>
                </a:cubicBezTo>
                <a:lnTo>
                  <a:pt x="178594" y="11906"/>
                </a:lnTo>
                <a:cubicBezTo>
                  <a:pt x="191728" y="11906"/>
                  <a:pt x="202406" y="22585"/>
                  <a:pt x="202406" y="35719"/>
                </a:cubicBezTo>
                <a:lnTo>
                  <a:pt x="202406" y="130969"/>
                </a:lnTo>
                <a:cubicBezTo>
                  <a:pt x="202406" y="144103"/>
                  <a:pt x="191728" y="154781"/>
                  <a:pt x="178594" y="154781"/>
                </a:cubicBezTo>
                <a:lnTo>
                  <a:pt x="59531" y="154781"/>
                </a:lnTo>
                <a:cubicBezTo>
                  <a:pt x="46397" y="154781"/>
                  <a:pt x="35719" y="144103"/>
                  <a:pt x="35719" y="130969"/>
                </a:cubicBezTo>
                <a:lnTo>
                  <a:pt x="35719" y="35719"/>
                </a:lnTo>
                <a:close/>
                <a:moveTo>
                  <a:pt x="8930" y="47625"/>
                </a:moveTo>
                <a:cubicBezTo>
                  <a:pt x="13878" y="47625"/>
                  <a:pt x="17859" y="51606"/>
                  <a:pt x="17859" y="56555"/>
                </a:cubicBezTo>
                <a:lnTo>
                  <a:pt x="17859" y="166688"/>
                </a:lnTo>
                <a:cubicBezTo>
                  <a:pt x="17859" y="169962"/>
                  <a:pt x="20538" y="172641"/>
                  <a:pt x="23812" y="172641"/>
                </a:cubicBezTo>
                <a:lnTo>
                  <a:pt x="157758" y="172641"/>
                </a:lnTo>
                <a:cubicBezTo>
                  <a:pt x="162706" y="172641"/>
                  <a:pt x="166688" y="176622"/>
                  <a:pt x="166688" y="181570"/>
                </a:cubicBezTo>
                <a:cubicBezTo>
                  <a:pt x="166688" y="186519"/>
                  <a:pt x="162706" y="190500"/>
                  <a:pt x="157758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56555"/>
                </a:lnTo>
                <a:cubicBezTo>
                  <a:pt x="0" y="51606"/>
                  <a:pt x="3981" y="47625"/>
                  <a:pt x="8930" y="47625"/>
                </a:cubicBezTo>
                <a:close/>
                <a:moveTo>
                  <a:pt x="71438" y="59531"/>
                </a:moveTo>
                <a:cubicBezTo>
                  <a:pt x="78009" y="59531"/>
                  <a:pt x="83344" y="54196"/>
                  <a:pt x="83344" y="47625"/>
                </a:cubicBezTo>
                <a:cubicBezTo>
                  <a:pt x="83344" y="41054"/>
                  <a:pt x="78009" y="35719"/>
                  <a:pt x="71438" y="35719"/>
                </a:cubicBezTo>
                <a:cubicBezTo>
                  <a:pt x="64866" y="35719"/>
                  <a:pt x="59531" y="41054"/>
                  <a:pt x="59531" y="47625"/>
                </a:cubicBezTo>
                <a:cubicBezTo>
                  <a:pt x="59531" y="54196"/>
                  <a:pt x="64866" y="59531"/>
                  <a:pt x="71438" y="59531"/>
                </a:cubicBezTo>
                <a:close/>
                <a:moveTo>
                  <a:pt x="144549" y="63810"/>
                </a:moveTo>
                <a:cubicBezTo>
                  <a:pt x="142912" y="61168"/>
                  <a:pt x="140047" y="59531"/>
                  <a:pt x="136922" y="59531"/>
                </a:cubicBezTo>
                <a:cubicBezTo>
                  <a:pt x="133796" y="59531"/>
                  <a:pt x="130932" y="61168"/>
                  <a:pt x="129294" y="63810"/>
                </a:cubicBezTo>
                <a:lnTo>
                  <a:pt x="108347" y="98078"/>
                </a:lnTo>
                <a:lnTo>
                  <a:pt x="99231" y="86692"/>
                </a:lnTo>
                <a:cubicBezTo>
                  <a:pt x="97520" y="84572"/>
                  <a:pt x="94990" y="83344"/>
                  <a:pt x="92273" y="83344"/>
                </a:cubicBezTo>
                <a:cubicBezTo>
                  <a:pt x="89557" y="83344"/>
                  <a:pt x="86990" y="84572"/>
                  <a:pt x="85316" y="86692"/>
                </a:cubicBezTo>
                <a:lnTo>
                  <a:pt x="61503" y="116458"/>
                </a:lnTo>
                <a:cubicBezTo>
                  <a:pt x="59345" y="119137"/>
                  <a:pt x="58936" y="122820"/>
                  <a:pt x="60424" y="125909"/>
                </a:cubicBezTo>
                <a:cubicBezTo>
                  <a:pt x="61913" y="128997"/>
                  <a:pt x="65038" y="130969"/>
                  <a:pt x="68461" y="130969"/>
                </a:cubicBezTo>
                <a:lnTo>
                  <a:pt x="169664" y="130969"/>
                </a:lnTo>
                <a:cubicBezTo>
                  <a:pt x="172901" y="130969"/>
                  <a:pt x="175878" y="129220"/>
                  <a:pt x="177440" y="126392"/>
                </a:cubicBezTo>
                <a:cubicBezTo>
                  <a:pt x="179003" y="123565"/>
                  <a:pt x="178966" y="120142"/>
                  <a:pt x="177254" y="117351"/>
                </a:cubicBezTo>
                <a:lnTo>
                  <a:pt x="144512" y="6377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99245" y="19126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Engaging Visuals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99245" y="22555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Images, infographics, videos. Articles with 7+ images see 116% more traffic.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99245" y="33413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226629" y="34442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99270" y="34213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up text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38900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1020" y="4046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6276" y="41795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8761" y="930"/>
                </a:moveTo>
                <a:cubicBezTo>
                  <a:pt x="31775" y="-595"/>
                  <a:pt x="35421" y="-260"/>
                  <a:pt x="38100" y="1786"/>
                </a:cubicBezTo>
                <a:lnTo>
                  <a:pt x="157163" y="91046"/>
                </a:lnTo>
                <a:cubicBezTo>
                  <a:pt x="160251" y="93352"/>
                  <a:pt x="161479" y="97371"/>
                  <a:pt x="160288" y="101017"/>
                </a:cubicBezTo>
                <a:cubicBezTo>
                  <a:pt x="159097" y="104663"/>
                  <a:pt x="155674" y="107119"/>
                  <a:pt x="151805" y="107119"/>
                </a:cubicBezTo>
                <a:lnTo>
                  <a:pt x="95138" y="107119"/>
                </a:lnTo>
                <a:lnTo>
                  <a:pt x="128215" y="173236"/>
                </a:lnTo>
                <a:cubicBezTo>
                  <a:pt x="131155" y="179115"/>
                  <a:pt x="128774" y="186258"/>
                  <a:pt x="122895" y="189198"/>
                </a:cubicBezTo>
                <a:cubicBezTo>
                  <a:pt x="117016" y="192137"/>
                  <a:pt x="109872" y="189756"/>
                  <a:pt x="106933" y="183877"/>
                </a:cubicBezTo>
                <a:lnTo>
                  <a:pt x="73856" y="117760"/>
                </a:lnTo>
                <a:lnTo>
                  <a:pt x="39886" y="163078"/>
                </a:lnTo>
                <a:cubicBezTo>
                  <a:pt x="37579" y="166167"/>
                  <a:pt x="33561" y="167394"/>
                  <a:pt x="29914" y="166204"/>
                </a:cubicBezTo>
                <a:cubicBezTo>
                  <a:pt x="26268" y="165013"/>
                  <a:pt x="23812" y="161590"/>
                  <a:pt x="23812" y="157758"/>
                </a:cubicBezTo>
                <a:lnTo>
                  <a:pt x="23812" y="8930"/>
                </a:lnTo>
                <a:cubicBezTo>
                  <a:pt x="23812" y="5544"/>
                  <a:pt x="25710" y="2456"/>
                  <a:pt x="28761" y="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1020" y="46177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CTAs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1020" y="49606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Subscribe, share, purchase. Every post needs a purpose.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1020" y="60464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8404" y="61493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1045" y="61264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next step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70885" y="3890010"/>
            <a:ext cx="2760345" cy="2579370"/>
          </a:xfrm>
          <a:custGeom>
            <a:avLst/>
            <a:gdLst/>
            <a:ahLst/>
            <a:cxnLst/>
            <a:rect l="l" t="t" r="r" b="b"/>
            <a:pathLst>
              <a:path w="2760345" h="2579370">
                <a:moveTo>
                  <a:pt x="76195" y="0"/>
                </a:moveTo>
                <a:lnTo>
                  <a:pt x="2684150" y="0"/>
                </a:lnTo>
                <a:cubicBezTo>
                  <a:pt x="2726232" y="0"/>
                  <a:pt x="2760345" y="34113"/>
                  <a:pt x="2760345" y="76195"/>
                </a:cubicBezTo>
                <a:lnTo>
                  <a:pt x="2760345" y="2503175"/>
                </a:lnTo>
                <a:cubicBezTo>
                  <a:pt x="2760345" y="2545257"/>
                  <a:pt x="2726232" y="2579370"/>
                  <a:pt x="2684150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27095" y="4046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536633" y="417956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71438" y="23812"/>
                </a:moveTo>
                <a:cubicBezTo>
                  <a:pt x="71438" y="10678"/>
                  <a:pt x="82116" y="0"/>
                  <a:pt x="95250" y="0"/>
                </a:cubicBezTo>
                <a:lnTo>
                  <a:pt x="214313" y="0"/>
                </a:lnTo>
                <a:cubicBezTo>
                  <a:pt x="227447" y="0"/>
                  <a:pt x="238125" y="10678"/>
                  <a:pt x="238125" y="23812"/>
                </a:cubicBezTo>
                <a:lnTo>
                  <a:pt x="238125" y="107156"/>
                </a:lnTo>
                <a:cubicBezTo>
                  <a:pt x="238125" y="120290"/>
                  <a:pt x="227447" y="130969"/>
                  <a:pt x="214313" y="130969"/>
                </a:cubicBezTo>
                <a:lnTo>
                  <a:pt x="95250" y="130969"/>
                </a:lnTo>
                <a:cubicBezTo>
                  <a:pt x="82116" y="130969"/>
                  <a:pt x="71438" y="120290"/>
                  <a:pt x="71438" y="107156"/>
                </a:cubicBezTo>
                <a:lnTo>
                  <a:pt x="71438" y="23812"/>
                </a:lnTo>
                <a:close/>
                <a:moveTo>
                  <a:pt x="119063" y="35719"/>
                </a:moveTo>
                <a:cubicBezTo>
                  <a:pt x="119063" y="29148"/>
                  <a:pt x="113727" y="23812"/>
                  <a:pt x="107156" y="23812"/>
                </a:cubicBezTo>
                <a:cubicBezTo>
                  <a:pt x="100585" y="23812"/>
                  <a:pt x="95250" y="29148"/>
                  <a:pt x="95250" y="35719"/>
                </a:cubicBezTo>
                <a:cubicBezTo>
                  <a:pt x="95250" y="42290"/>
                  <a:pt x="100585" y="47625"/>
                  <a:pt x="107156" y="47625"/>
                </a:cubicBezTo>
                <a:cubicBezTo>
                  <a:pt x="113727" y="47625"/>
                  <a:pt x="119063" y="42290"/>
                  <a:pt x="119063" y="35719"/>
                </a:cubicBezTo>
                <a:close/>
                <a:moveTo>
                  <a:pt x="177292" y="39998"/>
                </a:moveTo>
                <a:cubicBezTo>
                  <a:pt x="175654" y="37356"/>
                  <a:pt x="172789" y="35719"/>
                  <a:pt x="169664" y="35719"/>
                </a:cubicBezTo>
                <a:cubicBezTo>
                  <a:pt x="166539" y="35719"/>
                  <a:pt x="163674" y="37356"/>
                  <a:pt x="162037" y="39998"/>
                </a:cubicBezTo>
                <a:lnTo>
                  <a:pt x="141945" y="72851"/>
                </a:lnTo>
                <a:lnTo>
                  <a:pt x="135285" y="63326"/>
                </a:lnTo>
                <a:cubicBezTo>
                  <a:pt x="133610" y="60945"/>
                  <a:pt x="130894" y="59531"/>
                  <a:pt x="127955" y="59531"/>
                </a:cubicBezTo>
                <a:cubicBezTo>
                  <a:pt x="125016" y="59531"/>
                  <a:pt x="122300" y="60945"/>
                  <a:pt x="120625" y="63326"/>
                </a:cubicBezTo>
                <a:lnTo>
                  <a:pt x="99789" y="93092"/>
                </a:lnTo>
                <a:cubicBezTo>
                  <a:pt x="97892" y="95808"/>
                  <a:pt x="97631" y="99380"/>
                  <a:pt x="99194" y="102319"/>
                </a:cubicBezTo>
                <a:cubicBezTo>
                  <a:pt x="100757" y="105259"/>
                  <a:pt x="103845" y="107156"/>
                  <a:pt x="107156" y="107156"/>
                </a:cubicBezTo>
                <a:lnTo>
                  <a:pt x="202406" y="107156"/>
                </a:lnTo>
                <a:cubicBezTo>
                  <a:pt x="205643" y="107156"/>
                  <a:pt x="208620" y="105408"/>
                  <a:pt x="210183" y="102580"/>
                </a:cubicBezTo>
                <a:cubicBezTo>
                  <a:pt x="211745" y="99752"/>
                  <a:pt x="211708" y="96329"/>
                  <a:pt x="209996" y="93538"/>
                </a:cubicBezTo>
                <a:lnTo>
                  <a:pt x="177254" y="39960"/>
                </a:lnTo>
                <a:close/>
                <a:moveTo>
                  <a:pt x="53578" y="47625"/>
                </a:moveTo>
                <a:lnTo>
                  <a:pt x="53578" y="107156"/>
                </a:lnTo>
                <a:cubicBezTo>
                  <a:pt x="53578" y="130187"/>
                  <a:pt x="72219" y="148828"/>
                  <a:pt x="95250" y="148828"/>
                </a:cubicBezTo>
                <a:lnTo>
                  <a:pt x="166688" y="148828"/>
                </a:ln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53578" y="47625"/>
                </a:lnTo>
                <a:close/>
                <a:moveTo>
                  <a:pt x="19348" y="72926"/>
                </a:moveTo>
                <a:lnTo>
                  <a:pt x="19348" y="81855"/>
                </a:lnTo>
                <a:cubicBezTo>
                  <a:pt x="19348" y="85130"/>
                  <a:pt x="22027" y="87809"/>
                  <a:pt x="25301" y="87809"/>
                </a:cubicBezTo>
                <a:lnTo>
                  <a:pt x="34230" y="87809"/>
                </a:lnTo>
                <a:cubicBezTo>
                  <a:pt x="37505" y="87809"/>
                  <a:pt x="40184" y="85130"/>
                  <a:pt x="40184" y="81855"/>
                </a:cubicBezTo>
                <a:lnTo>
                  <a:pt x="40184" y="72926"/>
                </a:lnTo>
                <a:cubicBezTo>
                  <a:pt x="40184" y="69652"/>
                  <a:pt x="37505" y="66973"/>
                  <a:pt x="34230" y="66973"/>
                </a:cubicBezTo>
                <a:lnTo>
                  <a:pt x="25301" y="66973"/>
                </a:lnTo>
                <a:cubicBezTo>
                  <a:pt x="22027" y="66973"/>
                  <a:pt x="19348" y="69652"/>
                  <a:pt x="19348" y="72926"/>
                </a:cubicBezTo>
                <a:close/>
                <a:moveTo>
                  <a:pt x="25301" y="102691"/>
                </a:moveTo>
                <a:cubicBezTo>
                  <a:pt x="22027" y="102691"/>
                  <a:pt x="19348" y="105370"/>
                  <a:pt x="19348" y="108645"/>
                </a:cubicBezTo>
                <a:lnTo>
                  <a:pt x="19348" y="117574"/>
                </a:lnTo>
                <a:cubicBezTo>
                  <a:pt x="19348" y="120848"/>
                  <a:pt x="22027" y="123527"/>
                  <a:pt x="25301" y="123527"/>
                </a:cubicBezTo>
                <a:lnTo>
                  <a:pt x="34230" y="123527"/>
                </a:lnTo>
                <a:cubicBezTo>
                  <a:pt x="37505" y="123527"/>
                  <a:pt x="40184" y="120848"/>
                  <a:pt x="40184" y="117574"/>
                </a:cubicBezTo>
                <a:lnTo>
                  <a:pt x="40184" y="108645"/>
                </a:lnTo>
                <a:cubicBezTo>
                  <a:pt x="40184" y="105370"/>
                  <a:pt x="37505" y="102691"/>
                  <a:pt x="34230" y="102691"/>
                </a:cubicBezTo>
                <a:lnTo>
                  <a:pt x="25301" y="102691"/>
                </a:lnTo>
                <a:close/>
                <a:moveTo>
                  <a:pt x="25301" y="138410"/>
                </a:moveTo>
                <a:cubicBezTo>
                  <a:pt x="22027" y="138410"/>
                  <a:pt x="19348" y="141089"/>
                  <a:pt x="19348" y="144363"/>
                </a:cubicBezTo>
                <a:lnTo>
                  <a:pt x="19348" y="153293"/>
                </a:lnTo>
                <a:cubicBezTo>
                  <a:pt x="19348" y="156567"/>
                  <a:pt x="22027" y="159246"/>
                  <a:pt x="25301" y="159246"/>
                </a:cubicBezTo>
                <a:lnTo>
                  <a:pt x="34230" y="159246"/>
                </a:lnTo>
                <a:cubicBezTo>
                  <a:pt x="37505" y="159246"/>
                  <a:pt x="40184" y="156567"/>
                  <a:pt x="40184" y="153293"/>
                </a:cubicBezTo>
                <a:lnTo>
                  <a:pt x="40184" y="144363"/>
                </a:lnTo>
                <a:cubicBezTo>
                  <a:pt x="40184" y="141089"/>
                  <a:pt x="37505" y="138410"/>
                  <a:pt x="34230" y="138410"/>
                </a:cubicBezTo>
                <a:lnTo>
                  <a:pt x="25301" y="138410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27095" y="4617718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Media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427095" y="4960618"/>
            <a:ext cx="25241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Fast-loading, relevant images and videos. Avoid stock photos when possible.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27095" y="6046474"/>
            <a:ext cx="2447925" cy="7620"/>
          </a:xfrm>
          <a:custGeom>
            <a:avLst/>
            <a:gdLst/>
            <a:ahLst/>
            <a:cxnLst/>
            <a:rect l="l" t="t" r="r" b="b"/>
            <a:pathLst>
              <a:path w="2447925" h="7620">
                <a:moveTo>
                  <a:pt x="0" y="0"/>
                </a:moveTo>
                <a:lnTo>
                  <a:pt x="2447925" y="0"/>
                </a:lnTo>
                <a:lnTo>
                  <a:pt x="24479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54480" y="61493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27120" y="6126482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3 sec load time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56960" y="3890010"/>
            <a:ext cx="5646420" cy="2579370"/>
          </a:xfrm>
          <a:custGeom>
            <a:avLst/>
            <a:gdLst/>
            <a:ahLst/>
            <a:cxnLst/>
            <a:rect l="l" t="t" r="r" b="b"/>
            <a:pathLst>
              <a:path w="5646420" h="2579370">
                <a:moveTo>
                  <a:pt x="76195" y="0"/>
                </a:moveTo>
                <a:lnTo>
                  <a:pt x="5570225" y="0"/>
                </a:lnTo>
                <a:cubicBezTo>
                  <a:pt x="5612307" y="0"/>
                  <a:pt x="5646420" y="34113"/>
                  <a:pt x="5646420" y="76195"/>
                </a:cubicBezTo>
                <a:lnTo>
                  <a:pt x="5646420" y="2503175"/>
                </a:lnTo>
                <a:cubicBezTo>
                  <a:pt x="5646420" y="2545257"/>
                  <a:pt x="5612307" y="2579370"/>
                  <a:pt x="5570225" y="2579370"/>
                </a:cubicBezTo>
                <a:lnTo>
                  <a:pt x="76195" y="2579370"/>
                </a:lnTo>
                <a:cubicBezTo>
                  <a:pt x="34113" y="2579370"/>
                  <a:pt x="0" y="2545257"/>
                  <a:pt x="0" y="25031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50000">
                <a:srgbClr val="8D99AE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25076" y="4076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7800" y="192063"/>
                </a:moveTo>
                <a:cubicBezTo>
                  <a:pt x="70842" y="199020"/>
                  <a:pt x="59531" y="199020"/>
                  <a:pt x="52536" y="192063"/>
                </a:cubicBezTo>
                <a:lnTo>
                  <a:pt x="10455" y="149982"/>
                </a:lnTo>
                <a:cubicBezTo>
                  <a:pt x="3497" y="143024"/>
                  <a:pt x="3497" y="131713"/>
                  <a:pt x="10455" y="124718"/>
                </a:cubicBezTo>
                <a:lnTo>
                  <a:pt x="16780" y="118393"/>
                </a:lnTo>
                <a:lnTo>
                  <a:pt x="44128" y="145740"/>
                </a:lnTo>
                <a:cubicBezTo>
                  <a:pt x="47625" y="149237"/>
                  <a:pt x="53280" y="149237"/>
                  <a:pt x="56741" y="145740"/>
                </a:cubicBezTo>
                <a:cubicBezTo>
                  <a:pt x="60201" y="142242"/>
                  <a:pt x="60238" y="136587"/>
                  <a:pt x="56741" y="133127"/>
                </a:cubicBezTo>
                <a:lnTo>
                  <a:pt x="29394" y="105780"/>
                </a:lnTo>
                <a:lnTo>
                  <a:pt x="42007" y="93166"/>
                </a:lnTo>
                <a:lnTo>
                  <a:pt x="60945" y="112105"/>
                </a:lnTo>
                <a:cubicBezTo>
                  <a:pt x="64443" y="115602"/>
                  <a:pt x="70098" y="115602"/>
                  <a:pt x="73558" y="112105"/>
                </a:cubicBezTo>
                <a:cubicBezTo>
                  <a:pt x="77019" y="108607"/>
                  <a:pt x="77056" y="102952"/>
                  <a:pt x="73558" y="99492"/>
                </a:cubicBezTo>
                <a:lnTo>
                  <a:pt x="54620" y="80553"/>
                </a:lnTo>
                <a:lnTo>
                  <a:pt x="67233" y="67940"/>
                </a:lnTo>
                <a:lnTo>
                  <a:pt x="94580" y="95287"/>
                </a:lnTo>
                <a:cubicBezTo>
                  <a:pt x="98078" y="98785"/>
                  <a:pt x="103733" y="98785"/>
                  <a:pt x="107193" y="95287"/>
                </a:cubicBezTo>
                <a:cubicBezTo>
                  <a:pt x="110654" y="91790"/>
                  <a:pt x="110691" y="86134"/>
                  <a:pt x="107193" y="82674"/>
                </a:cubicBezTo>
                <a:lnTo>
                  <a:pt x="79846" y="55327"/>
                </a:lnTo>
                <a:lnTo>
                  <a:pt x="92459" y="42714"/>
                </a:lnTo>
                <a:lnTo>
                  <a:pt x="111398" y="61652"/>
                </a:lnTo>
                <a:cubicBezTo>
                  <a:pt x="114895" y="65150"/>
                  <a:pt x="120551" y="65150"/>
                  <a:pt x="124011" y="61652"/>
                </a:cubicBezTo>
                <a:cubicBezTo>
                  <a:pt x="127471" y="58155"/>
                  <a:pt x="127508" y="52499"/>
                  <a:pt x="124011" y="49039"/>
                </a:cubicBezTo>
                <a:lnTo>
                  <a:pt x="105073" y="30100"/>
                </a:lnTo>
                <a:lnTo>
                  <a:pt x="117686" y="17487"/>
                </a:lnTo>
                <a:lnTo>
                  <a:pt x="145033" y="44834"/>
                </a:lnTo>
                <a:cubicBezTo>
                  <a:pt x="148530" y="48332"/>
                  <a:pt x="154186" y="48332"/>
                  <a:pt x="157646" y="44834"/>
                </a:cubicBezTo>
                <a:cubicBezTo>
                  <a:pt x="161106" y="41337"/>
                  <a:pt x="161144" y="35682"/>
                  <a:pt x="157646" y="32221"/>
                </a:cubicBezTo>
                <a:lnTo>
                  <a:pt x="130299" y="4874"/>
                </a:lnTo>
                <a:lnTo>
                  <a:pt x="136624" y="-1451"/>
                </a:lnTo>
                <a:cubicBezTo>
                  <a:pt x="143582" y="-8409"/>
                  <a:pt x="154893" y="-8409"/>
                  <a:pt x="161888" y="-1451"/>
                </a:cubicBezTo>
                <a:lnTo>
                  <a:pt x="204081" y="40518"/>
                </a:lnTo>
                <a:cubicBezTo>
                  <a:pt x="211038" y="47476"/>
                  <a:pt x="211038" y="58787"/>
                  <a:pt x="204081" y="65782"/>
                </a:cubicBezTo>
                <a:lnTo>
                  <a:pt x="77800" y="19206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08445" y="4046218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Blog Post Specifications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13170" y="4427218"/>
            <a:ext cx="1704975" cy="800100"/>
          </a:xfrm>
          <a:custGeom>
            <a:avLst/>
            <a:gdLst/>
            <a:ahLst/>
            <a:cxnLst/>
            <a:rect l="l" t="t" r="r" b="b"/>
            <a:pathLst>
              <a:path w="1704975" h="8001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761999"/>
                </a:lnTo>
                <a:cubicBezTo>
                  <a:pt x="1704975" y="783042"/>
                  <a:pt x="1687917" y="800100"/>
                  <a:pt x="166687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56032" y="4541518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1,400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94132" y="4922518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words per post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30540" y="4427218"/>
            <a:ext cx="1704975" cy="800100"/>
          </a:xfrm>
          <a:custGeom>
            <a:avLst/>
            <a:gdLst/>
            <a:ahLst/>
            <a:cxnLst/>
            <a:rect l="l" t="t" r="r" b="b"/>
            <a:pathLst>
              <a:path w="1704975" h="8001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761999"/>
                </a:lnTo>
                <a:cubicBezTo>
                  <a:pt x="1704975" y="783042"/>
                  <a:pt x="1687917" y="800100"/>
                  <a:pt x="166687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173403" y="4541518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min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11503" y="4922518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reading time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947910" y="4427218"/>
            <a:ext cx="1704975" cy="800100"/>
          </a:xfrm>
          <a:custGeom>
            <a:avLst/>
            <a:gdLst/>
            <a:ahLst/>
            <a:cxnLst/>
            <a:rect l="l" t="t" r="r" b="b"/>
            <a:pathLst>
              <a:path w="1704975" h="8001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761999"/>
                </a:lnTo>
                <a:cubicBezTo>
                  <a:pt x="1704975" y="783042"/>
                  <a:pt x="1687917" y="800100"/>
                  <a:pt x="166687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990773" y="4541518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028873" y="4922518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for best traffic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49884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Click-Worthy Titles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45682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 Headline Formulas That Drive Clicks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8804" y="1177421"/>
            <a:ext cx="5621234" cy="2782131"/>
          </a:xfrm>
          <a:custGeom>
            <a:avLst/>
            <a:gdLst/>
            <a:ahLst/>
            <a:cxnLst/>
            <a:rect l="l" t="t" r="r" b="b"/>
            <a:pathLst>
              <a:path w="5621234" h="2782131">
                <a:moveTo>
                  <a:pt x="37981" y="0"/>
                </a:moveTo>
                <a:lnTo>
                  <a:pt x="5545281" y="0"/>
                </a:lnTo>
                <a:cubicBezTo>
                  <a:pt x="5587229" y="0"/>
                  <a:pt x="5621234" y="34005"/>
                  <a:pt x="5621234" y="75952"/>
                </a:cubicBezTo>
                <a:lnTo>
                  <a:pt x="5621234" y="2706179"/>
                </a:lnTo>
                <a:cubicBezTo>
                  <a:pt x="5621234" y="2748126"/>
                  <a:pt x="5587229" y="2782131"/>
                  <a:pt x="5545281" y="2782131"/>
                </a:cubicBez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8804" y="1177421"/>
            <a:ext cx="37981" cy="2782131"/>
          </a:xfrm>
          <a:custGeom>
            <a:avLst/>
            <a:gdLst/>
            <a:ahLst/>
            <a:cxnLst/>
            <a:rect l="l" t="t" r="r" b="b"/>
            <a:pathLst>
              <a:path w="37981" h="2782131">
                <a:moveTo>
                  <a:pt x="37981" y="0"/>
                </a:moveTo>
                <a:lnTo>
                  <a:pt x="37981" y="0"/>
                </a:lnTo>
                <a:lnTo>
                  <a:pt x="37981" y="2782131"/>
                </a:ln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9720" y="132934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2654" y="1462280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66168" y="94953"/>
                </a:moveTo>
                <a:cubicBezTo>
                  <a:pt x="166168" y="55649"/>
                  <a:pt x="134258" y="23738"/>
                  <a:pt x="94953" y="23738"/>
                </a:cubicBezTo>
                <a:cubicBezTo>
                  <a:pt x="55649" y="23738"/>
                  <a:pt x="23738" y="55649"/>
                  <a:pt x="23738" y="94953"/>
                </a:cubicBezTo>
                <a:cubicBezTo>
                  <a:pt x="23738" y="134258"/>
                  <a:pt x="55649" y="166168"/>
                  <a:pt x="94953" y="166168"/>
                </a:cubicBezTo>
                <a:cubicBezTo>
                  <a:pt x="134258" y="166168"/>
                  <a:pt x="166168" y="134258"/>
                  <a:pt x="166168" y="94953"/>
                </a:cubicBezTo>
                <a:close/>
                <a:moveTo>
                  <a:pt x="0" y="94953"/>
                </a:moveTo>
                <a:cubicBezTo>
                  <a:pt x="0" y="42547"/>
                  <a:pt x="42547" y="0"/>
                  <a:pt x="94953" y="0"/>
                </a:cubicBez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lose/>
                <a:moveTo>
                  <a:pt x="94953" y="124626"/>
                </a:moveTo>
                <a:cubicBezTo>
                  <a:pt x="111330" y="124626"/>
                  <a:pt x="124626" y="111330"/>
                  <a:pt x="124626" y="94953"/>
                </a:cubicBezTo>
                <a:cubicBezTo>
                  <a:pt x="124626" y="78576"/>
                  <a:pt x="111330" y="65280"/>
                  <a:pt x="94953" y="65280"/>
                </a:cubicBezTo>
                <a:cubicBezTo>
                  <a:pt x="78576" y="65280"/>
                  <a:pt x="65280" y="78576"/>
                  <a:pt x="65280" y="94953"/>
                </a:cubicBezTo>
                <a:cubicBezTo>
                  <a:pt x="65280" y="111330"/>
                  <a:pt x="78576" y="124626"/>
                  <a:pt x="94953" y="124626"/>
                </a:cubicBezTo>
                <a:close/>
                <a:moveTo>
                  <a:pt x="94953" y="41542"/>
                </a:moveTo>
                <a:cubicBezTo>
                  <a:pt x="124432" y="41542"/>
                  <a:pt x="148364" y="65475"/>
                  <a:pt x="148364" y="94953"/>
                </a:cubicBezTo>
                <a:cubicBezTo>
                  <a:pt x="148364" y="124432"/>
                  <a:pt x="124432" y="148364"/>
                  <a:pt x="94953" y="148364"/>
                </a:cubicBezTo>
                <a:cubicBezTo>
                  <a:pt x="65475" y="148364"/>
                  <a:pt x="41542" y="124432"/>
                  <a:pt x="41542" y="94953"/>
                </a:cubicBezTo>
                <a:cubicBezTo>
                  <a:pt x="41542" y="65475"/>
                  <a:pt x="65475" y="41542"/>
                  <a:pt x="94953" y="41542"/>
                </a:cubicBezTo>
                <a:close/>
                <a:moveTo>
                  <a:pt x="83084" y="94953"/>
                </a:moveTo>
                <a:cubicBezTo>
                  <a:pt x="83084" y="88403"/>
                  <a:pt x="88403" y="83084"/>
                  <a:pt x="94953" y="83084"/>
                </a:cubicBezTo>
                <a:cubicBezTo>
                  <a:pt x="101504" y="83084"/>
                  <a:pt x="106822" y="88403"/>
                  <a:pt x="106822" y="94953"/>
                </a:cubicBezTo>
                <a:cubicBezTo>
                  <a:pt x="106822" y="101504"/>
                  <a:pt x="101504" y="106822"/>
                  <a:pt x="94953" y="106822"/>
                </a:cubicBezTo>
                <a:cubicBezTo>
                  <a:pt x="88403" y="106822"/>
                  <a:pt x="83084" y="101504"/>
                  <a:pt x="83084" y="9495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9439" y="1405308"/>
            <a:ext cx="137682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Self-Interest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9720" y="1899065"/>
            <a:ext cx="5374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and speak to a specific benefit. Answer "What's in it for me?"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9720" y="2240897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5682" y="2316860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"Grow Your Website Traffic with the 3-Step Content Marketing Plan"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720" y="2658692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5682" y="2734654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to Retire in Style Even if You Haven't Started Saving"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720" y="3076486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682" y="3152449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"Top 10 Organic Food Markets in Austin, Texas"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9720" y="3536060"/>
            <a:ext cx="5298393" cy="7596"/>
          </a:xfrm>
          <a:custGeom>
            <a:avLst/>
            <a:gdLst/>
            <a:ahLst/>
            <a:cxnLst/>
            <a:rect l="l" t="t" r="r" b="b"/>
            <a:pathLst>
              <a:path w="5298393" h="7596">
                <a:moveTo>
                  <a:pt x="0" y="0"/>
                </a:moveTo>
                <a:lnTo>
                  <a:pt x="5298393" y="0"/>
                </a:lnTo>
                <a:lnTo>
                  <a:pt x="529839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27" y="3638611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76048" y="99701"/>
                </a:moveTo>
                <a:cubicBezTo>
                  <a:pt x="77943" y="93911"/>
                  <a:pt x="81734" y="88666"/>
                  <a:pt x="86018" y="84149"/>
                </a:cubicBezTo>
                <a:cubicBezTo>
                  <a:pt x="94508" y="75217"/>
                  <a:pt x="99701" y="63144"/>
                  <a:pt x="99701" y="49850"/>
                </a:cubicBezTo>
                <a:cubicBezTo>
                  <a:pt x="99701" y="22329"/>
                  <a:pt x="77372" y="0"/>
                  <a:pt x="49850" y="0"/>
                </a:cubicBezTo>
                <a:cubicBezTo>
                  <a:pt x="22329" y="0"/>
                  <a:pt x="0" y="22329"/>
                  <a:pt x="0" y="49850"/>
                </a:cubicBezTo>
                <a:cubicBezTo>
                  <a:pt x="0" y="63144"/>
                  <a:pt x="5193" y="75217"/>
                  <a:pt x="13683" y="84149"/>
                </a:cubicBezTo>
                <a:cubicBezTo>
                  <a:pt x="17967" y="88666"/>
                  <a:pt x="21784" y="93911"/>
                  <a:pt x="23653" y="99701"/>
                </a:cubicBezTo>
                <a:lnTo>
                  <a:pt x="76022" y="99701"/>
                </a:lnTo>
                <a:close/>
                <a:moveTo>
                  <a:pt x="74776" y="112164"/>
                </a:moveTo>
                <a:lnTo>
                  <a:pt x="24925" y="112164"/>
                </a:lnTo>
                <a:lnTo>
                  <a:pt x="24925" y="116318"/>
                </a:lnTo>
                <a:cubicBezTo>
                  <a:pt x="24925" y="127794"/>
                  <a:pt x="34220" y="137089"/>
                  <a:pt x="45696" y="137089"/>
                </a:cubicBezTo>
                <a:lnTo>
                  <a:pt x="54005" y="137089"/>
                </a:lnTo>
                <a:cubicBezTo>
                  <a:pt x="65481" y="137089"/>
                  <a:pt x="74776" y="127794"/>
                  <a:pt x="74776" y="116318"/>
                </a:cubicBezTo>
                <a:lnTo>
                  <a:pt x="74776" y="112164"/>
                </a:lnTo>
                <a:close/>
                <a:moveTo>
                  <a:pt x="47773" y="29079"/>
                </a:moveTo>
                <a:cubicBezTo>
                  <a:pt x="37440" y="29079"/>
                  <a:pt x="29079" y="37440"/>
                  <a:pt x="29079" y="47773"/>
                </a:cubicBezTo>
                <a:cubicBezTo>
                  <a:pt x="29079" y="51227"/>
                  <a:pt x="26301" y="54005"/>
                  <a:pt x="22848" y="54005"/>
                </a:cubicBezTo>
                <a:cubicBezTo>
                  <a:pt x="19395" y="54005"/>
                  <a:pt x="16617" y="51227"/>
                  <a:pt x="16617" y="47773"/>
                </a:cubicBezTo>
                <a:cubicBezTo>
                  <a:pt x="16617" y="30559"/>
                  <a:pt x="30559" y="16617"/>
                  <a:pt x="47773" y="16617"/>
                </a:cubicBezTo>
                <a:cubicBezTo>
                  <a:pt x="51227" y="16617"/>
                  <a:pt x="54005" y="19395"/>
                  <a:pt x="54005" y="22848"/>
                </a:cubicBezTo>
                <a:cubicBezTo>
                  <a:pt x="54005" y="26301"/>
                  <a:pt x="51227" y="29079"/>
                  <a:pt x="47773" y="2907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9033" y="3615819"/>
            <a:ext cx="516554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04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How-to content, listicles, guides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8804" y="4071594"/>
            <a:ext cx="5621234" cy="2782131"/>
          </a:xfrm>
          <a:custGeom>
            <a:avLst/>
            <a:gdLst/>
            <a:ahLst/>
            <a:cxnLst/>
            <a:rect l="l" t="t" r="r" b="b"/>
            <a:pathLst>
              <a:path w="5621234" h="2782131">
                <a:moveTo>
                  <a:pt x="37981" y="0"/>
                </a:moveTo>
                <a:lnTo>
                  <a:pt x="5545281" y="0"/>
                </a:lnTo>
                <a:cubicBezTo>
                  <a:pt x="5587229" y="0"/>
                  <a:pt x="5621234" y="34005"/>
                  <a:pt x="5621234" y="75952"/>
                </a:cubicBezTo>
                <a:lnTo>
                  <a:pt x="5621234" y="2706179"/>
                </a:lnTo>
                <a:cubicBezTo>
                  <a:pt x="5621234" y="2748126"/>
                  <a:pt x="5587229" y="2782131"/>
                  <a:pt x="5545281" y="2782131"/>
                </a:cubicBez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8804" y="4071594"/>
            <a:ext cx="37981" cy="2782131"/>
          </a:xfrm>
          <a:custGeom>
            <a:avLst/>
            <a:gdLst/>
            <a:ahLst/>
            <a:cxnLst/>
            <a:rect l="l" t="t" r="r" b="b"/>
            <a:pathLst>
              <a:path w="37981" h="2782131">
                <a:moveTo>
                  <a:pt x="37981" y="0"/>
                </a:moveTo>
                <a:lnTo>
                  <a:pt x="37981" y="0"/>
                </a:lnTo>
                <a:lnTo>
                  <a:pt x="37981" y="2782131"/>
                </a:ln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720" y="4223520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2654" y="435645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94953" y="65280"/>
                </a:moveTo>
                <a:cubicBezTo>
                  <a:pt x="88388" y="65280"/>
                  <a:pt x="83084" y="70584"/>
                  <a:pt x="83084" y="77150"/>
                </a:cubicBezTo>
                <a:cubicBezTo>
                  <a:pt x="83084" y="82083"/>
                  <a:pt x="79115" y="86051"/>
                  <a:pt x="74182" y="86051"/>
                </a:cubicBezTo>
                <a:cubicBezTo>
                  <a:pt x="69249" y="86051"/>
                  <a:pt x="65280" y="82083"/>
                  <a:pt x="65280" y="77150"/>
                </a:cubicBezTo>
                <a:cubicBezTo>
                  <a:pt x="65280" y="60755"/>
                  <a:pt x="78559" y="47477"/>
                  <a:pt x="94953" y="47477"/>
                </a:cubicBezTo>
                <a:cubicBezTo>
                  <a:pt x="111348" y="47477"/>
                  <a:pt x="124626" y="60755"/>
                  <a:pt x="124626" y="77150"/>
                </a:cubicBezTo>
                <a:cubicBezTo>
                  <a:pt x="124626" y="94657"/>
                  <a:pt x="111273" y="102075"/>
                  <a:pt x="103855" y="104782"/>
                </a:cubicBezTo>
                <a:lnTo>
                  <a:pt x="103855" y="106192"/>
                </a:lnTo>
                <a:cubicBezTo>
                  <a:pt x="103855" y="111125"/>
                  <a:pt x="99886" y="115094"/>
                  <a:pt x="94953" y="115094"/>
                </a:cubicBezTo>
                <a:cubicBezTo>
                  <a:pt x="90020" y="115094"/>
                  <a:pt x="86051" y="111125"/>
                  <a:pt x="86051" y="106192"/>
                </a:cubicBezTo>
                <a:lnTo>
                  <a:pt x="86051" y="103188"/>
                </a:lnTo>
                <a:cubicBezTo>
                  <a:pt x="86051" y="95584"/>
                  <a:pt x="91541" y="90131"/>
                  <a:pt x="97216" y="88277"/>
                </a:cubicBezTo>
                <a:cubicBezTo>
                  <a:pt x="99590" y="87498"/>
                  <a:pt x="102112" y="86237"/>
                  <a:pt x="103966" y="84456"/>
                </a:cubicBezTo>
                <a:cubicBezTo>
                  <a:pt x="105561" y="82899"/>
                  <a:pt x="106822" y="80747"/>
                  <a:pt x="106822" y="77187"/>
                </a:cubicBezTo>
                <a:cubicBezTo>
                  <a:pt x="106822" y="70621"/>
                  <a:pt x="101518" y="65317"/>
                  <a:pt x="94953" y="65317"/>
                </a:cubicBezTo>
                <a:close/>
                <a:moveTo>
                  <a:pt x="83084" y="136495"/>
                </a:moveTo>
                <a:cubicBezTo>
                  <a:pt x="83084" y="129945"/>
                  <a:pt x="88403" y="124626"/>
                  <a:pt x="94953" y="124626"/>
                </a:cubicBezTo>
                <a:cubicBezTo>
                  <a:pt x="101504" y="124626"/>
                  <a:pt x="106822" y="129945"/>
                  <a:pt x="106822" y="136495"/>
                </a:cubicBezTo>
                <a:cubicBezTo>
                  <a:pt x="106822" y="143046"/>
                  <a:pt x="101504" y="148364"/>
                  <a:pt x="94953" y="148364"/>
                </a:cubicBezTo>
                <a:cubicBezTo>
                  <a:pt x="88403" y="148364"/>
                  <a:pt x="83084" y="143046"/>
                  <a:pt x="83084" y="136495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9439" y="4299482"/>
            <a:ext cx="1016000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9720" y="4793239"/>
            <a:ext cx="5374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Pique interest without giving away too much. Hard to resist clicking.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9720" y="5135071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5682" y="5211034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"25 Things You Didn't Know Your iPhone Could Do"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9720" y="5552865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5682" y="5628828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"Grill the Perfect Beef Filet with the 'Butterfly Process'"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9720" y="5970660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5682" y="6046622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is Why You Should Never Drink Raw Milk"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9720" y="6430234"/>
            <a:ext cx="5298393" cy="7596"/>
          </a:xfrm>
          <a:custGeom>
            <a:avLst/>
            <a:gdLst/>
            <a:ahLst/>
            <a:cxnLst/>
            <a:rect l="l" t="t" r="r" b="b"/>
            <a:pathLst>
              <a:path w="5298393" h="7596">
                <a:moveTo>
                  <a:pt x="0" y="0"/>
                </a:moveTo>
                <a:lnTo>
                  <a:pt x="5298393" y="0"/>
                </a:lnTo>
                <a:lnTo>
                  <a:pt x="529839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8710" y="6532785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66467" y="0"/>
                </a:moveTo>
                <a:cubicBezTo>
                  <a:pt x="70284" y="0"/>
                  <a:pt x="73789" y="2103"/>
                  <a:pt x="75607" y="5452"/>
                </a:cubicBezTo>
                <a:lnTo>
                  <a:pt x="131688" y="109308"/>
                </a:lnTo>
                <a:cubicBezTo>
                  <a:pt x="133428" y="112527"/>
                  <a:pt x="133350" y="116422"/>
                  <a:pt x="131481" y="119563"/>
                </a:cubicBezTo>
                <a:cubicBezTo>
                  <a:pt x="129611" y="122705"/>
                  <a:pt x="126210" y="124626"/>
                  <a:pt x="122549" y="124626"/>
                </a:cubicBezTo>
                <a:lnTo>
                  <a:pt x="10386" y="124626"/>
                </a:lnTo>
                <a:cubicBezTo>
                  <a:pt x="6725" y="124626"/>
                  <a:pt x="3349" y="122705"/>
                  <a:pt x="1454" y="119563"/>
                </a:cubicBezTo>
                <a:cubicBezTo>
                  <a:pt x="-441" y="116422"/>
                  <a:pt x="-493" y="112527"/>
                  <a:pt x="1246" y="109308"/>
                </a:cubicBezTo>
                <a:lnTo>
                  <a:pt x="57328" y="5452"/>
                </a:lnTo>
                <a:cubicBezTo>
                  <a:pt x="59146" y="2103"/>
                  <a:pt x="62651" y="0"/>
                  <a:pt x="66467" y="0"/>
                </a:cubicBezTo>
                <a:close/>
                <a:moveTo>
                  <a:pt x="66467" y="43619"/>
                </a:moveTo>
                <a:cubicBezTo>
                  <a:pt x="63014" y="43619"/>
                  <a:pt x="60236" y="46397"/>
                  <a:pt x="60236" y="49850"/>
                </a:cubicBezTo>
                <a:lnTo>
                  <a:pt x="60236" y="78930"/>
                </a:lnTo>
                <a:cubicBezTo>
                  <a:pt x="60236" y="82383"/>
                  <a:pt x="63014" y="85161"/>
                  <a:pt x="66467" y="85161"/>
                </a:cubicBezTo>
                <a:cubicBezTo>
                  <a:pt x="69920" y="85161"/>
                  <a:pt x="72699" y="82383"/>
                  <a:pt x="72699" y="78930"/>
                </a:cubicBezTo>
                <a:lnTo>
                  <a:pt x="72699" y="49850"/>
                </a:lnTo>
                <a:cubicBezTo>
                  <a:pt x="72699" y="46397"/>
                  <a:pt x="69920" y="43619"/>
                  <a:pt x="66467" y="43619"/>
                </a:cubicBezTo>
                <a:close/>
                <a:moveTo>
                  <a:pt x="73400" y="99701"/>
                </a:moveTo>
                <a:cubicBezTo>
                  <a:pt x="73557" y="97128"/>
                  <a:pt x="72274" y="94680"/>
                  <a:pt x="70068" y="93345"/>
                </a:cubicBezTo>
                <a:cubicBezTo>
                  <a:pt x="67862" y="92011"/>
                  <a:pt x="65098" y="92011"/>
                  <a:pt x="62892" y="93345"/>
                </a:cubicBezTo>
                <a:cubicBezTo>
                  <a:pt x="60686" y="94680"/>
                  <a:pt x="59403" y="97128"/>
                  <a:pt x="59561" y="99701"/>
                </a:cubicBezTo>
                <a:cubicBezTo>
                  <a:pt x="59403" y="102274"/>
                  <a:pt x="60686" y="104722"/>
                  <a:pt x="62892" y="106057"/>
                </a:cubicBezTo>
                <a:cubicBezTo>
                  <a:pt x="65098" y="107391"/>
                  <a:pt x="67862" y="107391"/>
                  <a:pt x="70068" y="106057"/>
                </a:cubicBezTo>
                <a:cubicBezTo>
                  <a:pt x="72274" y="104722"/>
                  <a:pt x="73557" y="102274"/>
                  <a:pt x="73400" y="9970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9033" y="6510002"/>
            <a:ext cx="516554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Caution:</a:t>
            </a:r>
            <a:r>
              <a:rPr lang="en-US" sz="104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mislead—content must deliver on promise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8817" y="1177421"/>
            <a:ext cx="5621234" cy="2782131"/>
          </a:xfrm>
          <a:custGeom>
            <a:avLst/>
            <a:gdLst/>
            <a:ahLst/>
            <a:cxnLst/>
            <a:rect l="l" t="t" r="r" b="b"/>
            <a:pathLst>
              <a:path w="5621234" h="2782131">
                <a:moveTo>
                  <a:pt x="37981" y="0"/>
                </a:moveTo>
                <a:lnTo>
                  <a:pt x="5545281" y="0"/>
                </a:lnTo>
                <a:cubicBezTo>
                  <a:pt x="5587229" y="0"/>
                  <a:pt x="5621234" y="34005"/>
                  <a:pt x="5621234" y="75952"/>
                </a:cubicBezTo>
                <a:lnTo>
                  <a:pt x="5621234" y="2706179"/>
                </a:lnTo>
                <a:cubicBezTo>
                  <a:pt x="5621234" y="2748126"/>
                  <a:pt x="5587229" y="2782131"/>
                  <a:pt x="5545281" y="2782131"/>
                </a:cubicBez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88817" y="1177421"/>
            <a:ext cx="37981" cy="2782131"/>
          </a:xfrm>
          <a:custGeom>
            <a:avLst/>
            <a:gdLst/>
            <a:ahLst/>
            <a:cxnLst/>
            <a:rect l="l" t="t" r="r" b="b"/>
            <a:pathLst>
              <a:path w="37981" h="2782131">
                <a:moveTo>
                  <a:pt x="37981" y="0"/>
                </a:moveTo>
                <a:lnTo>
                  <a:pt x="37981" y="0"/>
                </a:lnTo>
                <a:lnTo>
                  <a:pt x="37981" y="2782131"/>
                </a:ln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9733" y="132934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92668" y="1462280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0"/>
                </a:move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ubicBezTo>
                  <a:pt x="0" y="42547"/>
                  <a:pt x="42547" y="0"/>
                  <a:pt x="94953" y="0"/>
                </a:cubicBezTo>
                <a:close/>
                <a:moveTo>
                  <a:pt x="86051" y="44509"/>
                </a:moveTo>
                <a:lnTo>
                  <a:pt x="86051" y="94953"/>
                </a:lnTo>
                <a:cubicBezTo>
                  <a:pt x="86051" y="97921"/>
                  <a:pt x="87535" y="100702"/>
                  <a:pt x="90020" y="102371"/>
                </a:cubicBezTo>
                <a:lnTo>
                  <a:pt x="125628" y="126110"/>
                </a:lnTo>
                <a:cubicBezTo>
                  <a:pt x="129708" y="128855"/>
                  <a:pt x="135234" y="127742"/>
                  <a:pt x="137979" y="123625"/>
                </a:cubicBezTo>
                <a:cubicBezTo>
                  <a:pt x="140724" y="119508"/>
                  <a:pt x="139611" y="114018"/>
                  <a:pt x="135494" y="111273"/>
                </a:cubicBezTo>
                <a:lnTo>
                  <a:pt x="103855" y="90206"/>
                </a:lnTo>
                <a:lnTo>
                  <a:pt x="103855" y="44509"/>
                </a:lnTo>
                <a:cubicBezTo>
                  <a:pt x="103855" y="39576"/>
                  <a:pt x="99886" y="35607"/>
                  <a:pt x="94953" y="35607"/>
                </a:cubicBezTo>
                <a:cubicBezTo>
                  <a:pt x="90020" y="35607"/>
                  <a:pt x="86051" y="39576"/>
                  <a:pt x="86051" y="4450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29453" y="1405308"/>
            <a:ext cx="206048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 &amp; Scarcity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9733" y="1899065"/>
            <a:ext cx="5374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that readers must act now or miss something.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9733" y="2240897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35696" y="2316860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"Get Tickets Now! Woody Allen Speaking at Lincoln Center on October 15th"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9733" y="2658692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5696" y="2734654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"Free Photography Classes: Last Chance for Open Enrollment"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9733" y="3076486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35696" y="3152449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"New Book Reveals Ancient Weight Loss Secret; Supplies are Limited"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9733" y="3536060"/>
            <a:ext cx="5298393" cy="7596"/>
          </a:xfrm>
          <a:custGeom>
            <a:avLst/>
            <a:gdLst/>
            <a:ahLst/>
            <a:cxnLst/>
            <a:rect l="l" t="t" r="r" b="b"/>
            <a:pathLst>
              <a:path w="5298393" h="7596">
                <a:moveTo>
                  <a:pt x="0" y="0"/>
                </a:moveTo>
                <a:lnTo>
                  <a:pt x="5298393" y="0"/>
                </a:lnTo>
                <a:lnTo>
                  <a:pt x="529839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95340" y="3638611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76048" y="99701"/>
                </a:moveTo>
                <a:cubicBezTo>
                  <a:pt x="77943" y="93911"/>
                  <a:pt x="81734" y="88666"/>
                  <a:pt x="86018" y="84149"/>
                </a:cubicBezTo>
                <a:cubicBezTo>
                  <a:pt x="94508" y="75217"/>
                  <a:pt x="99701" y="63144"/>
                  <a:pt x="99701" y="49850"/>
                </a:cubicBezTo>
                <a:cubicBezTo>
                  <a:pt x="99701" y="22329"/>
                  <a:pt x="77372" y="0"/>
                  <a:pt x="49850" y="0"/>
                </a:cubicBezTo>
                <a:cubicBezTo>
                  <a:pt x="22329" y="0"/>
                  <a:pt x="0" y="22329"/>
                  <a:pt x="0" y="49850"/>
                </a:cubicBezTo>
                <a:cubicBezTo>
                  <a:pt x="0" y="63144"/>
                  <a:pt x="5193" y="75217"/>
                  <a:pt x="13683" y="84149"/>
                </a:cubicBezTo>
                <a:cubicBezTo>
                  <a:pt x="17967" y="88666"/>
                  <a:pt x="21784" y="93911"/>
                  <a:pt x="23653" y="99701"/>
                </a:cubicBezTo>
                <a:lnTo>
                  <a:pt x="76022" y="99701"/>
                </a:lnTo>
                <a:close/>
                <a:moveTo>
                  <a:pt x="74776" y="112164"/>
                </a:moveTo>
                <a:lnTo>
                  <a:pt x="24925" y="112164"/>
                </a:lnTo>
                <a:lnTo>
                  <a:pt x="24925" y="116318"/>
                </a:lnTo>
                <a:cubicBezTo>
                  <a:pt x="24925" y="127794"/>
                  <a:pt x="34220" y="137089"/>
                  <a:pt x="45696" y="137089"/>
                </a:cubicBezTo>
                <a:lnTo>
                  <a:pt x="54005" y="137089"/>
                </a:lnTo>
                <a:cubicBezTo>
                  <a:pt x="65481" y="137089"/>
                  <a:pt x="74776" y="127794"/>
                  <a:pt x="74776" y="116318"/>
                </a:cubicBezTo>
                <a:lnTo>
                  <a:pt x="74776" y="112164"/>
                </a:lnTo>
                <a:close/>
                <a:moveTo>
                  <a:pt x="47773" y="29079"/>
                </a:moveTo>
                <a:cubicBezTo>
                  <a:pt x="37440" y="29079"/>
                  <a:pt x="29079" y="37440"/>
                  <a:pt x="29079" y="47773"/>
                </a:cubicBezTo>
                <a:cubicBezTo>
                  <a:pt x="29079" y="51227"/>
                  <a:pt x="26301" y="54005"/>
                  <a:pt x="22848" y="54005"/>
                </a:cubicBezTo>
                <a:cubicBezTo>
                  <a:pt x="19395" y="54005"/>
                  <a:pt x="16617" y="51227"/>
                  <a:pt x="16617" y="47773"/>
                </a:cubicBezTo>
                <a:cubicBezTo>
                  <a:pt x="16617" y="30559"/>
                  <a:pt x="30559" y="16617"/>
                  <a:pt x="47773" y="16617"/>
                </a:cubicBezTo>
                <a:cubicBezTo>
                  <a:pt x="51227" y="16617"/>
                  <a:pt x="54005" y="19395"/>
                  <a:pt x="54005" y="22848"/>
                </a:cubicBezTo>
                <a:cubicBezTo>
                  <a:pt x="54005" y="26301"/>
                  <a:pt x="51227" y="29079"/>
                  <a:pt x="47773" y="2907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59046" y="3615819"/>
            <a:ext cx="516554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04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Time-sensitive offers, limited quantities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8817" y="4071594"/>
            <a:ext cx="5621234" cy="2782131"/>
          </a:xfrm>
          <a:custGeom>
            <a:avLst/>
            <a:gdLst/>
            <a:ahLst/>
            <a:cxnLst/>
            <a:rect l="l" t="t" r="r" b="b"/>
            <a:pathLst>
              <a:path w="5621234" h="2782131">
                <a:moveTo>
                  <a:pt x="37981" y="0"/>
                </a:moveTo>
                <a:lnTo>
                  <a:pt x="5545281" y="0"/>
                </a:lnTo>
                <a:cubicBezTo>
                  <a:pt x="5587229" y="0"/>
                  <a:pt x="5621234" y="34005"/>
                  <a:pt x="5621234" y="75952"/>
                </a:cubicBezTo>
                <a:lnTo>
                  <a:pt x="5621234" y="2706179"/>
                </a:lnTo>
                <a:cubicBezTo>
                  <a:pt x="5621234" y="2748126"/>
                  <a:pt x="5587229" y="2782131"/>
                  <a:pt x="5545281" y="2782131"/>
                </a:cubicBez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88817" y="4071594"/>
            <a:ext cx="37981" cy="2782131"/>
          </a:xfrm>
          <a:custGeom>
            <a:avLst/>
            <a:gdLst/>
            <a:ahLst/>
            <a:cxnLst/>
            <a:rect l="l" t="t" r="r" b="b"/>
            <a:pathLst>
              <a:path w="37981" h="2782131">
                <a:moveTo>
                  <a:pt x="37981" y="0"/>
                </a:moveTo>
                <a:lnTo>
                  <a:pt x="37981" y="0"/>
                </a:lnTo>
                <a:lnTo>
                  <a:pt x="37981" y="2782131"/>
                </a:lnTo>
                <a:lnTo>
                  <a:pt x="37981" y="2782131"/>
                </a:lnTo>
                <a:cubicBezTo>
                  <a:pt x="17005" y="2782131"/>
                  <a:pt x="0" y="2765126"/>
                  <a:pt x="0" y="274415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59733" y="4223520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492668" y="435645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0"/>
                </a:moveTo>
                <a:cubicBezTo>
                  <a:pt x="100406" y="0"/>
                  <a:pt x="105413" y="3004"/>
                  <a:pt x="108009" y="7789"/>
                </a:cubicBezTo>
                <a:lnTo>
                  <a:pt x="188126" y="156154"/>
                </a:lnTo>
                <a:cubicBezTo>
                  <a:pt x="190611" y="160753"/>
                  <a:pt x="190500" y="166317"/>
                  <a:pt x="187829" y="170805"/>
                </a:cubicBezTo>
                <a:cubicBezTo>
                  <a:pt x="185159" y="175293"/>
                  <a:pt x="180300" y="178037"/>
                  <a:pt x="175070" y="178037"/>
                </a:cubicBezTo>
                <a:lnTo>
                  <a:pt x="14836" y="178037"/>
                </a:lnTo>
                <a:cubicBezTo>
                  <a:pt x="9607" y="178037"/>
                  <a:pt x="4785" y="175293"/>
                  <a:pt x="2077" y="170805"/>
                </a:cubicBezTo>
                <a:cubicBezTo>
                  <a:pt x="-631" y="166317"/>
                  <a:pt x="-705" y="160753"/>
                  <a:pt x="1780" y="156154"/>
                </a:cubicBezTo>
                <a:lnTo>
                  <a:pt x="81897" y="7789"/>
                </a:lnTo>
                <a:cubicBezTo>
                  <a:pt x="84494" y="3004"/>
                  <a:pt x="89501" y="0"/>
                  <a:pt x="94953" y="0"/>
                </a:cubicBezTo>
                <a:close/>
                <a:moveTo>
                  <a:pt x="94953" y="62313"/>
                </a:moveTo>
                <a:cubicBezTo>
                  <a:pt x="90020" y="62313"/>
                  <a:pt x="86051" y="66282"/>
                  <a:pt x="86051" y="71215"/>
                </a:cubicBezTo>
                <a:lnTo>
                  <a:pt x="86051" y="112757"/>
                </a:lnTo>
                <a:cubicBezTo>
                  <a:pt x="86051" y="117690"/>
                  <a:pt x="90020" y="121659"/>
                  <a:pt x="94953" y="121659"/>
                </a:cubicBezTo>
                <a:cubicBezTo>
                  <a:pt x="99886" y="121659"/>
                  <a:pt x="103855" y="117690"/>
                  <a:pt x="103855" y="112757"/>
                </a:cubicBezTo>
                <a:lnTo>
                  <a:pt x="103855" y="71215"/>
                </a:lnTo>
                <a:cubicBezTo>
                  <a:pt x="103855" y="66282"/>
                  <a:pt x="99886" y="62313"/>
                  <a:pt x="94953" y="62313"/>
                </a:cubicBezTo>
                <a:close/>
                <a:moveTo>
                  <a:pt x="104857" y="142430"/>
                </a:moveTo>
                <a:cubicBezTo>
                  <a:pt x="105082" y="138754"/>
                  <a:pt x="103249" y="135257"/>
                  <a:pt x="100097" y="133350"/>
                </a:cubicBezTo>
                <a:cubicBezTo>
                  <a:pt x="96946" y="131444"/>
                  <a:pt x="92997" y="131444"/>
                  <a:pt x="89846" y="133350"/>
                </a:cubicBezTo>
                <a:cubicBezTo>
                  <a:pt x="86695" y="135257"/>
                  <a:pt x="84862" y="138754"/>
                  <a:pt x="85087" y="142430"/>
                </a:cubicBezTo>
                <a:cubicBezTo>
                  <a:pt x="84862" y="146106"/>
                  <a:pt x="86695" y="149603"/>
                  <a:pt x="89846" y="151509"/>
                </a:cubicBezTo>
                <a:cubicBezTo>
                  <a:pt x="92997" y="153416"/>
                  <a:pt x="96946" y="153416"/>
                  <a:pt x="100097" y="151509"/>
                </a:cubicBezTo>
                <a:cubicBezTo>
                  <a:pt x="103249" y="149603"/>
                  <a:pt x="105082" y="146106"/>
                  <a:pt x="104857" y="14243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29453" y="4299482"/>
            <a:ext cx="96852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59733" y="4793239"/>
            <a:ext cx="5374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are more motivated to avoid pain than gain benefit.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9733" y="5135071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35696" y="5211034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Big Lie Hiding in Your Apartment Rental Contract"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9733" y="5552865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35696" y="5628828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"Warning: Don't Buy Another Ounce of Dog Food Until You Read This"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9733" y="5970660"/>
            <a:ext cx="5298393" cy="341832"/>
          </a:xfrm>
          <a:custGeom>
            <a:avLst/>
            <a:gdLst/>
            <a:ahLst/>
            <a:cxnLst/>
            <a:rect l="l" t="t" r="r" b="b"/>
            <a:pathLst>
              <a:path w="5298393" h="341832">
                <a:moveTo>
                  <a:pt x="37981" y="0"/>
                </a:moveTo>
                <a:lnTo>
                  <a:pt x="5260412" y="0"/>
                </a:lnTo>
                <a:cubicBezTo>
                  <a:pt x="5281388" y="0"/>
                  <a:pt x="5298393" y="17005"/>
                  <a:pt x="5298393" y="37981"/>
                </a:cubicBezTo>
                <a:lnTo>
                  <a:pt x="5298393" y="303851"/>
                </a:lnTo>
                <a:cubicBezTo>
                  <a:pt x="5298393" y="324827"/>
                  <a:pt x="5281388" y="341832"/>
                  <a:pt x="5260412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35696" y="6046622"/>
            <a:ext cx="521293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 Your Child's Mattress Harmful to His or Her Health?"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59733" y="6430234"/>
            <a:ext cx="5298393" cy="7596"/>
          </a:xfrm>
          <a:custGeom>
            <a:avLst/>
            <a:gdLst/>
            <a:ahLst/>
            <a:cxnLst/>
            <a:rect l="l" t="t" r="r" b="b"/>
            <a:pathLst>
              <a:path w="5298393" h="7596">
                <a:moveTo>
                  <a:pt x="0" y="0"/>
                </a:moveTo>
                <a:lnTo>
                  <a:pt x="5298393" y="0"/>
                </a:lnTo>
                <a:lnTo>
                  <a:pt x="529839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95340" y="6532785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76048" y="99701"/>
                </a:moveTo>
                <a:cubicBezTo>
                  <a:pt x="77943" y="93911"/>
                  <a:pt x="81734" y="88666"/>
                  <a:pt x="86018" y="84149"/>
                </a:cubicBezTo>
                <a:cubicBezTo>
                  <a:pt x="94508" y="75217"/>
                  <a:pt x="99701" y="63144"/>
                  <a:pt x="99701" y="49850"/>
                </a:cubicBezTo>
                <a:cubicBezTo>
                  <a:pt x="99701" y="22329"/>
                  <a:pt x="77372" y="0"/>
                  <a:pt x="49850" y="0"/>
                </a:cubicBezTo>
                <a:cubicBezTo>
                  <a:pt x="22329" y="0"/>
                  <a:pt x="0" y="22329"/>
                  <a:pt x="0" y="49850"/>
                </a:cubicBezTo>
                <a:cubicBezTo>
                  <a:pt x="0" y="63144"/>
                  <a:pt x="5193" y="75217"/>
                  <a:pt x="13683" y="84149"/>
                </a:cubicBezTo>
                <a:cubicBezTo>
                  <a:pt x="17967" y="88666"/>
                  <a:pt x="21784" y="93911"/>
                  <a:pt x="23653" y="99701"/>
                </a:cubicBezTo>
                <a:lnTo>
                  <a:pt x="76022" y="99701"/>
                </a:lnTo>
                <a:close/>
                <a:moveTo>
                  <a:pt x="74776" y="112164"/>
                </a:moveTo>
                <a:lnTo>
                  <a:pt x="24925" y="112164"/>
                </a:lnTo>
                <a:lnTo>
                  <a:pt x="24925" y="116318"/>
                </a:lnTo>
                <a:cubicBezTo>
                  <a:pt x="24925" y="127794"/>
                  <a:pt x="34220" y="137089"/>
                  <a:pt x="45696" y="137089"/>
                </a:cubicBezTo>
                <a:lnTo>
                  <a:pt x="54005" y="137089"/>
                </a:lnTo>
                <a:cubicBezTo>
                  <a:pt x="65481" y="137089"/>
                  <a:pt x="74776" y="127794"/>
                  <a:pt x="74776" y="116318"/>
                </a:cubicBezTo>
                <a:lnTo>
                  <a:pt x="74776" y="112164"/>
                </a:lnTo>
                <a:close/>
                <a:moveTo>
                  <a:pt x="47773" y="29079"/>
                </a:moveTo>
                <a:cubicBezTo>
                  <a:pt x="37440" y="29079"/>
                  <a:pt x="29079" y="37440"/>
                  <a:pt x="29079" y="47773"/>
                </a:cubicBezTo>
                <a:cubicBezTo>
                  <a:pt x="29079" y="51227"/>
                  <a:pt x="26301" y="54005"/>
                  <a:pt x="22848" y="54005"/>
                </a:cubicBezTo>
                <a:cubicBezTo>
                  <a:pt x="19395" y="54005"/>
                  <a:pt x="16617" y="51227"/>
                  <a:pt x="16617" y="47773"/>
                </a:cubicBezTo>
                <a:cubicBezTo>
                  <a:pt x="16617" y="30559"/>
                  <a:pt x="30559" y="16617"/>
                  <a:pt x="47773" y="16617"/>
                </a:cubicBezTo>
                <a:cubicBezTo>
                  <a:pt x="51227" y="16617"/>
                  <a:pt x="54005" y="19395"/>
                  <a:pt x="54005" y="22848"/>
                </a:cubicBezTo>
                <a:cubicBezTo>
                  <a:pt x="54005" y="26301"/>
                  <a:pt x="51227" y="29079"/>
                  <a:pt x="47773" y="2907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9046" y="6510002"/>
            <a:ext cx="516554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r>
              <a:rPr lang="en-US" sz="1047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Safety, health, financial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c96d8bd0d68b2c16a033c084c1161d710d6390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598418"/>
            <a:ext cx="48958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&amp; Content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1518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Getting Found in the Search Results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06" y="380406"/>
            <a:ext cx="11497760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406" y="646690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SEO: Beyond Keywords to Intent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210" y="1183061"/>
            <a:ext cx="7558660" cy="2023758"/>
          </a:xfrm>
          <a:custGeom>
            <a:avLst/>
            <a:gdLst/>
            <a:ahLst/>
            <a:cxnLst/>
            <a:rect l="l" t="t" r="r" b="b"/>
            <a:pathLst>
              <a:path w="7558660" h="2023758">
                <a:moveTo>
                  <a:pt x="76073" y="0"/>
                </a:moveTo>
                <a:lnTo>
                  <a:pt x="7482587" y="0"/>
                </a:lnTo>
                <a:cubicBezTo>
                  <a:pt x="7524601" y="0"/>
                  <a:pt x="7558660" y="34059"/>
                  <a:pt x="7558660" y="76073"/>
                </a:cubicBezTo>
                <a:lnTo>
                  <a:pt x="7558660" y="1947685"/>
                </a:lnTo>
                <a:cubicBezTo>
                  <a:pt x="7558660" y="1989699"/>
                  <a:pt x="7524601" y="2023758"/>
                  <a:pt x="7482587" y="2023758"/>
                </a:cubicBezTo>
                <a:lnTo>
                  <a:pt x="76073" y="2023758"/>
                </a:lnTo>
                <a:cubicBezTo>
                  <a:pt x="34059" y="2023758"/>
                  <a:pt x="0" y="1989699"/>
                  <a:pt x="0" y="1947685"/>
                </a:cubicBezTo>
                <a:lnTo>
                  <a:pt x="0" y="76073"/>
                </a:lnTo>
                <a:cubicBezTo>
                  <a:pt x="0" y="34087"/>
                  <a:pt x="34087" y="0"/>
                  <a:pt x="7607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0176" y="1339026"/>
            <a:ext cx="456487" cy="456487"/>
          </a:xfrm>
          <a:custGeom>
            <a:avLst/>
            <a:gdLst/>
            <a:ahLst/>
            <a:cxnLst/>
            <a:rect l="l" t="t" r="r" b="b"/>
            <a:pathLst>
              <a:path w="456487" h="456487">
                <a:moveTo>
                  <a:pt x="76083" y="0"/>
                </a:moveTo>
                <a:lnTo>
                  <a:pt x="380404" y="0"/>
                </a:lnTo>
                <a:cubicBezTo>
                  <a:pt x="422395" y="0"/>
                  <a:pt x="456487" y="34091"/>
                  <a:pt x="456487" y="76083"/>
                </a:cubicBezTo>
                <a:lnTo>
                  <a:pt x="456487" y="380404"/>
                </a:lnTo>
                <a:cubicBezTo>
                  <a:pt x="456487" y="422395"/>
                  <a:pt x="422395" y="456487"/>
                  <a:pt x="380404" y="456487"/>
                </a:cubicBezTo>
                <a:lnTo>
                  <a:pt x="76083" y="456487"/>
                </a:lnTo>
                <a:cubicBezTo>
                  <a:pt x="34091" y="456487"/>
                  <a:pt x="0" y="422395"/>
                  <a:pt x="0" y="380404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3318" y="1472168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44579" y="20803"/>
                </a:moveTo>
                <a:cubicBezTo>
                  <a:pt x="44579" y="9324"/>
                  <a:pt x="53903" y="0"/>
                  <a:pt x="65382" y="0"/>
                </a:cubicBezTo>
                <a:lnTo>
                  <a:pt x="74298" y="0"/>
                </a:lnTo>
                <a:cubicBezTo>
                  <a:pt x="80873" y="0"/>
                  <a:pt x="86186" y="5312"/>
                  <a:pt x="86186" y="11888"/>
                </a:cubicBezTo>
                <a:lnTo>
                  <a:pt x="86186" y="178315"/>
                </a:lnTo>
                <a:cubicBezTo>
                  <a:pt x="86186" y="184891"/>
                  <a:pt x="80873" y="190203"/>
                  <a:pt x="74298" y="190203"/>
                </a:cubicBezTo>
                <a:lnTo>
                  <a:pt x="62410" y="190203"/>
                </a:lnTo>
                <a:cubicBezTo>
                  <a:pt x="51340" y="190203"/>
                  <a:pt x="42016" y="182624"/>
                  <a:pt x="39378" y="172371"/>
                </a:cubicBezTo>
                <a:cubicBezTo>
                  <a:pt x="39118" y="172371"/>
                  <a:pt x="38895" y="172371"/>
                  <a:pt x="38635" y="172371"/>
                </a:cubicBezTo>
                <a:cubicBezTo>
                  <a:pt x="22215" y="172371"/>
                  <a:pt x="8916" y="159072"/>
                  <a:pt x="8916" y="142652"/>
                </a:cubicBezTo>
                <a:cubicBezTo>
                  <a:pt x="8916" y="135965"/>
                  <a:pt x="11145" y="129799"/>
                  <a:pt x="14860" y="124821"/>
                </a:cubicBezTo>
                <a:cubicBezTo>
                  <a:pt x="7653" y="119397"/>
                  <a:pt x="2972" y="110778"/>
                  <a:pt x="2972" y="101045"/>
                </a:cubicBezTo>
                <a:cubicBezTo>
                  <a:pt x="2972" y="89566"/>
                  <a:pt x="9510" y="79573"/>
                  <a:pt x="19020" y="74632"/>
                </a:cubicBezTo>
                <a:cubicBezTo>
                  <a:pt x="16383" y="70174"/>
                  <a:pt x="14860" y="64974"/>
                  <a:pt x="14860" y="59438"/>
                </a:cubicBezTo>
                <a:cubicBezTo>
                  <a:pt x="14860" y="43019"/>
                  <a:pt x="28159" y="29719"/>
                  <a:pt x="44579" y="29719"/>
                </a:cubicBezTo>
                <a:lnTo>
                  <a:pt x="44579" y="20803"/>
                </a:lnTo>
                <a:close/>
                <a:moveTo>
                  <a:pt x="145624" y="20803"/>
                </a:moveTo>
                <a:lnTo>
                  <a:pt x="145624" y="29719"/>
                </a:lnTo>
                <a:cubicBezTo>
                  <a:pt x="162044" y="29719"/>
                  <a:pt x="175343" y="43019"/>
                  <a:pt x="175343" y="59438"/>
                </a:cubicBezTo>
                <a:cubicBezTo>
                  <a:pt x="175343" y="65011"/>
                  <a:pt x="173820" y="70212"/>
                  <a:pt x="171183" y="74632"/>
                </a:cubicBezTo>
                <a:cubicBezTo>
                  <a:pt x="180730" y="79573"/>
                  <a:pt x="187231" y="89529"/>
                  <a:pt x="187231" y="101045"/>
                </a:cubicBezTo>
                <a:cubicBezTo>
                  <a:pt x="187231" y="110778"/>
                  <a:pt x="182550" y="119397"/>
                  <a:pt x="175343" y="124821"/>
                </a:cubicBezTo>
                <a:cubicBezTo>
                  <a:pt x="179058" y="129799"/>
                  <a:pt x="181287" y="135965"/>
                  <a:pt x="181287" y="142652"/>
                </a:cubicBezTo>
                <a:cubicBezTo>
                  <a:pt x="181287" y="159072"/>
                  <a:pt x="167988" y="172371"/>
                  <a:pt x="151568" y="172371"/>
                </a:cubicBezTo>
                <a:cubicBezTo>
                  <a:pt x="151308" y="172371"/>
                  <a:pt x="151085" y="172371"/>
                  <a:pt x="150825" y="172371"/>
                </a:cubicBezTo>
                <a:cubicBezTo>
                  <a:pt x="148187" y="182624"/>
                  <a:pt x="138863" y="190203"/>
                  <a:pt x="127793" y="190203"/>
                </a:cubicBezTo>
                <a:lnTo>
                  <a:pt x="115905" y="190203"/>
                </a:lnTo>
                <a:cubicBezTo>
                  <a:pt x="109329" y="190203"/>
                  <a:pt x="104017" y="184891"/>
                  <a:pt x="104017" y="178315"/>
                </a:cubicBezTo>
                <a:lnTo>
                  <a:pt x="104017" y="11888"/>
                </a:lnTo>
                <a:cubicBezTo>
                  <a:pt x="104017" y="5312"/>
                  <a:pt x="109329" y="0"/>
                  <a:pt x="115905" y="0"/>
                </a:cubicBezTo>
                <a:lnTo>
                  <a:pt x="124821" y="0"/>
                </a:lnTo>
                <a:cubicBezTo>
                  <a:pt x="136300" y="0"/>
                  <a:pt x="145624" y="9324"/>
                  <a:pt x="145624" y="2080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0784" y="1434127"/>
            <a:ext cx="1207788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Intent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0176" y="1909634"/>
            <a:ext cx="7322808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users search matters more than what they search. Understanding intent helps create content that truly satisfies user needs.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176" y="2480243"/>
            <a:ext cx="2368025" cy="570608"/>
          </a:xfrm>
          <a:custGeom>
            <a:avLst/>
            <a:gdLst/>
            <a:ahLst/>
            <a:cxnLst/>
            <a:rect l="l" t="t" r="r" b="b"/>
            <a:pathLst>
              <a:path w="2368025" h="570608">
                <a:moveTo>
                  <a:pt x="38042" y="0"/>
                </a:moveTo>
                <a:lnTo>
                  <a:pt x="2329982" y="0"/>
                </a:lnTo>
                <a:cubicBezTo>
                  <a:pt x="2350993" y="0"/>
                  <a:pt x="2368025" y="17032"/>
                  <a:pt x="2368025" y="38042"/>
                </a:cubicBezTo>
                <a:lnTo>
                  <a:pt x="2368025" y="532566"/>
                </a:lnTo>
                <a:cubicBezTo>
                  <a:pt x="2368025" y="553576"/>
                  <a:pt x="2350993" y="570608"/>
                  <a:pt x="2329982" y="570608"/>
                </a:cubicBezTo>
                <a:lnTo>
                  <a:pt x="38042" y="570608"/>
                </a:lnTo>
                <a:cubicBezTo>
                  <a:pt x="17046" y="570608"/>
                  <a:pt x="0" y="553562"/>
                  <a:pt x="0" y="532566"/>
                </a:cubicBezTo>
                <a:lnTo>
                  <a:pt x="0" y="38042"/>
                </a:lnTo>
                <a:cubicBezTo>
                  <a:pt x="0" y="17046"/>
                  <a:pt x="17046" y="0"/>
                  <a:pt x="380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8217" y="2556324"/>
            <a:ext cx="229194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2972" y="2784567"/>
            <a:ext cx="2282434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to..."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81905" y="2480243"/>
            <a:ext cx="2368025" cy="570608"/>
          </a:xfrm>
          <a:custGeom>
            <a:avLst/>
            <a:gdLst/>
            <a:ahLst/>
            <a:cxnLst/>
            <a:rect l="l" t="t" r="r" b="b"/>
            <a:pathLst>
              <a:path w="2368025" h="570608">
                <a:moveTo>
                  <a:pt x="38042" y="0"/>
                </a:moveTo>
                <a:lnTo>
                  <a:pt x="2329982" y="0"/>
                </a:lnTo>
                <a:cubicBezTo>
                  <a:pt x="2350993" y="0"/>
                  <a:pt x="2368025" y="17032"/>
                  <a:pt x="2368025" y="38042"/>
                </a:cubicBezTo>
                <a:lnTo>
                  <a:pt x="2368025" y="532566"/>
                </a:lnTo>
                <a:cubicBezTo>
                  <a:pt x="2368025" y="553576"/>
                  <a:pt x="2350993" y="570608"/>
                  <a:pt x="2329982" y="570608"/>
                </a:cubicBezTo>
                <a:lnTo>
                  <a:pt x="38042" y="570608"/>
                </a:lnTo>
                <a:cubicBezTo>
                  <a:pt x="17046" y="570608"/>
                  <a:pt x="0" y="553562"/>
                  <a:pt x="0" y="532566"/>
                </a:cubicBezTo>
                <a:lnTo>
                  <a:pt x="0" y="38042"/>
                </a:lnTo>
                <a:cubicBezTo>
                  <a:pt x="0" y="17046"/>
                  <a:pt x="17046" y="0"/>
                  <a:pt x="380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9945" y="2556324"/>
            <a:ext cx="229194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4700" y="2784567"/>
            <a:ext cx="2282434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"Brand name"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3633" y="2480243"/>
            <a:ext cx="2368025" cy="570608"/>
          </a:xfrm>
          <a:custGeom>
            <a:avLst/>
            <a:gdLst/>
            <a:ahLst/>
            <a:cxnLst/>
            <a:rect l="l" t="t" r="r" b="b"/>
            <a:pathLst>
              <a:path w="2368025" h="570608">
                <a:moveTo>
                  <a:pt x="38042" y="0"/>
                </a:moveTo>
                <a:lnTo>
                  <a:pt x="2329982" y="0"/>
                </a:lnTo>
                <a:cubicBezTo>
                  <a:pt x="2350993" y="0"/>
                  <a:pt x="2368025" y="17032"/>
                  <a:pt x="2368025" y="38042"/>
                </a:cubicBezTo>
                <a:lnTo>
                  <a:pt x="2368025" y="532566"/>
                </a:lnTo>
                <a:cubicBezTo>
                  <a:pt x="2368025" y="553576"/>
                  <a:pt x="2350993" y="570608"/>
                  <a:pt x="2329982" y="570608"/>
                </a:cubicBezTo>
                <a:lnTo>
                  <a:pt x="38042" y="570608"/>
                </a:lnTo>
                <a:cubicBezTo>
                  <a:pt x="17046" y="570608"/>
                  <a:pt x="0" y="553562"/>
                  <a:pt x="0" y="532566"/>
                </a:cubicBezTo>
                <a:lnTo>
                  <a:pt x="0" y="38042"/>
                </a:lnTo>
                <a:cubicBezTo>
                  <a:pt x="0" y="17046"/>
                  <a:pt x="17046" y="0"/>
                  <a:pt x="380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61674" y="2556324"/>
            <a:ext cx="229194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66429" y="2784567"/>
            <a:ext cx="2282434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"Buy..."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210" y="3328555"/>
            <a:ext cx="7558660" cy="1871596"/>
          </a:xfrm>
          <a:custGeom>
            <a:avLst/>
            <a:gdLst/>
            <a:ahLst/>
            <a:cxnLst/>
            <a:rect l="l" t="t" r="r" b="b"/>
            <a:pathLst>
              <a:path w="7558660" h="1871596">
                <a:moveTo>
                  <a:pt x="76080" y="0"/>
                </a:moveTo>
                <a:lnTo>
                  <a:pt x="7482579" y="0"/>
                </a:lnTo>
                <a:cubicBezTo>
                  <a:pt x="7524597" y="0"/>
                  <a:pt x="7558660" y="34062"/>
                  <a:pt x="7558660" y="76080"/>
                </a:cubicBezTo>
                <a:lnTo>
                  <a:pt x="7558660" y="1795515"/>
                </a:lnTo>
                <a:cubicBezTo>
                  <a:pt x="7558660" y="1837533"/>
                  <a:pt x="7524597" y="1871596"/>
                  <a:pt x="7482579" y="1871596"/>
                </a:cubicBezTo>
                <a:lnTo>
                  <a:pt x="76080" y="1871596"/>
                </a:lnTo>
                <a:cubicBezTo>
                  <a:pt x="34062" y="1871596"/>
                  <a:pt x="0" y="1837533"/>
                  <a:pt x="0" y="1795515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0176" y="3484519"/>
            <a:ext cx="456487" cy="456487"/>
          </a:xfrm>
          <a:custGeom>
            <a:avLst/>
            <a:gdLst/>
            <a:ahLst/>
            <a:cxnLst/>
            <a:rect l="l" t="t" r="r" b="b"/>
            <a:pathLst>
              <a:path w="456487" h="456487">
                <a:moveTo>
                  <a:pt x="76083" y="0"/>
                </a:moveTo>
                <a:lnTo>
                  <a:pt x="380404" y="0"/>
                </a:lnTo>
                <a:cubicBezTo>
                  <a:pt x="422395" y="0"/>
                  <a:pt x="456487" y="34091"/>
                  <a:pt x="456487" y="76083"/>
                </a:cubicBezTo>
                <a:lnTo>
                  <a:pt x="456487" y="380404"/>
                </a:lnTo>
                <a:cubicBezTo>
                  <a:pt x="456487" y="422395"/>
                  <a:pt x="422395" y="456487"/>
                  <a:pt x="380404" y="456487"/>
                </a:cubicBezTo>
                <a:lnTo>
                  <a:pt x="76083" y="456487"/>
                </a:lnTo>
                <a:cubicBezTo>
                  <a:pt x="34091" y="456487"/>
                  <a:pt x="0" y="422395"/>
                  <a:pt x="0" y="380404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3318" y="3617661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0" y="29719"/>
                </a:moveTo>
                <a:cubicBezTo>
                  <a:pt x="0" y="19875"/>
                  <a:pt x="7987" y="11888"/>
                  <a:pt x="17832" y="11888"/>
                </a:cubicBezTo>
                <a:lnTo>
                  <a:pt x="53495" y="11888"/>
                </a:lnTo>
                <a:cubicBezTo>
                  <a:pt x="63339" y="11888"/>
                  <a:pt x="71326" y="19875"/>
                  <a:pt x="71326" y="29719"/>
                </a:cubicBezTo>
                <a:lnTo>
                  <a:pt x="71326" y="35663"/>
                </a:lnTo>
                <a:lnTo>
                  <a:pt x="118877" y="35663"/>
                </a:lnTo>
                <a:lnTo>
                  <a:pt x="118877" y="29719"/>
                </a:lnTo>
                <a:cubicBezTo>
                  <a:pt x="118877" y="19875"/>
                  <a:pt x="126864" y="11888"/>
                  <a:pt x="136708" y="11888"/>
                </a:cubicBezTo>
                <a:lnTo>
                  <a:pt x="172371" y="11888"/>
                </a:lnTo>
                <a:cubicBezTo>
                  <a:pt x="182216" y="11888"/>
                  <a:pt x="190203" y="19875"/>
                  <a:pt x="190203" y="29719"/>
                </a:cubicBezTo>
                <a:lnTo>
                  <a:pt x="190203" y="65382"/>
                </a:lnTo>
                <a:cubicBezTo>
                  <a:pt x="190203" y="75227"/>
                  <a:pt x="182216" y="83214"/>
                  <a:pt x="172371" y="83214"/>
                </a:cubicBezTo>
                <a:lnTo>
                  <a:pt x="136708" y="83214"/>
                </a:lnTo>
                <a:cubicBezTo>
                  <a:pt x="126864" y="83214"/>
                  <a:pt x="118877" y="75227"/>
                  <a:pt x="118877" y="65382"/>
                </a:cubicBezTo>
                <a:lnTo>
                  <a:pt x="118877" y="59438"/>
                </a:lnTo>
                <a:lnTo>
                  <a:pt x="71326" y="59438"/>
                </a:lnTo>
                <a:lnTo>
                  <a:pt x="71326" y="65382"/>
                </a:lnTo>
                <a:cubicBezTo>
                  <a:pt x="71326" y="68094"/>
                  <a:pt x="70695" y="70695"/>
                  <a:pt x="69617" y="72998"/>
                </a:cubicBezTo>
                <a:lnTo>
                  <a:pt x="95101" y="106989"/>
                </a:lnTo>
                <a:lnTo>
                  <a:pt x="124821" y="106989"/>
                </a:lnTo>
                <a:cubicBezTo>
                  <a:pt x="134665" y="106989"/>
                  <a:pt x="142652" y="114976"/>
                  <a:pt x="142652" y="124821"/>
                </a:cubicBezTo>
                <a:lnTo>
                  <a:pt x="142652" y="160484"/>
                </a:lnTo>
                <a:cubicBezTo>
                  <a:pt x="142652" y="170328"/>
                  <a:pt x="134665" y="178315"/>
                  <a:pt x="124821" y="178315"/>
                </a:cubicBezTo>
                <a:lnTo>
                  <a:pt x="89158" y="178315"/>
                </a:lnTo>
                <a:cubicBezTo>
                  <a:pt x="79313" y="178315"/>
                  <a:pt x="71326" y="170328"/>
                  <a:pt x="71326" y="160484"/>
                </a:cubicBezTo>
                <a:lnTo>
                  <a:pt x="71326" y="124821"/>
                </a:lnTo>
                <a:cubicBezTo>
                  <a:pt x="71326" y="122109"/>
                  <a:pt x="71958" y="119508"/>
                  <a:pt x="73035" y="117205"/>
                </a:cubicBezTo>
                <a:lnTo>
                  <a:pt x="47551" y="83214"/>
                </a:lnTo>
                <a:lnTo>
                  <a:pt x="17832" y="83214"/>
                </a:lnTo>
                <a:cubicBezTo>
                  <a:pt x="7987" y="83214"/>
                  <a:pt x="0" y="75227"/>
                  <a:pt x="0" y="65382"/>
                </a:cubicBezTo>
                <a:lnTo>
                  <a:pt x="0" y="29719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0784" y="3579621"/>
            <a:ext cx="131239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 Clusters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0176" y="4055128"/>
            <a:ext cx="7322808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pillar pages on broad topics, then link to focused cluster content. Builds topical authority and improves SEO.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0176" y="4625736"/>
            <a:ext cx="7246727" cy="418446"/>
          </a:xfrm>
          <a:custGeom>
            <a:avLst/>
            <a:gdLst/>
            <a:ahLst/>
            <a:cxnLst/>
            <a:rect l="l" t="t" r="r" b="b"/>
            <a:pathLst>
              <a:path w="7246727" h="418446">
                <a:moveTo>
                  <a:pt x="38041" y="0"/>
                </a:moveTo>
                <a:lnTo>
                  <a:pt x="7208686" y="0"/>
                </a:lnTo>
                <a:cubicBezTo>
                  <a:pt x="7229695" y="0"/>
                  <a:pt x="7246727" y="17032"/>
                  <a:pt x="7246727" y="38041"/>
                </a:cubicBezTo>
                <a:lnTo>
                  <a:pt x="7246727" y="380405"/>
                </a:lnTo>
                <a:cubicBezTo>
                  <a:pt x="7246727" y="401415"/>
                  <a:pt x="7229695" y="418446"/>
                  <a:pt x="7208686" y="418446"/>
                </a:cubicBezTo>
                <a:lnTo>
                  <a:pt x="38041" y="418446"/>
                </a:lnTo>
                <a:cubicBezTo>
                  <a:pt x="17046" y="418446"/>
                  <a:pt x="0" y="401401"/>
                  <a:pt x="0" y="380405"/>
                </a:cubicBezTo>
                <a:lnTo>
                  <a:pt x="0" y="38041"/>
                </a:lnTo>
                <a:cubicBezTo>
                  <a:pt x="0" y="17046"/>
                  <a:pt x="17046" y="0"/>
                  <a:pt x="38041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298" y="4739858"/>
            <a:ext cx="7085055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Structure:</a:t>
            </a:r>
            <a:r>
              <a:rPr lang="en-US" sz="104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Pillar Page (broad topic) → Cluster Content (specific subtopics) → Internal linking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210" y="5321876"/>
            <a:ext cx="7558660" cy="1529231"/>
          </a:xfrm>
          <a:custGeom>
            <a:avLst/>
            <a:gdLst/>
            <a:ahLst/>
            <a:cxnLst/>
            <a:rect l="l" t="t" r="r" b="b"/>
            <a:pathLst>
              <a:path w="7558660" h="1529231">
                <a:moveTo>
                  <a:pt x="76079" y="0"/>
                </a:moveTo>
                <a:lnTo>
                  <a:pt x="7482580" y="0"/>
                </a:lnTo>
                <a:cubicBezTo>
                  <a:pt x="7524598" y="0"/>
                  <a:pt x="7558660" y="34062"/>
                  <a:pt x="7558660" y="76079"/>
                </a:cubicBezTo>
                <a:lnTo>
                  <a:pt x="7558660" y="1453151"/>
                </a:lnTo>
                <a:cubicBezTo>
                  <a:pt x="7558660" y="1495169"/>
                  <a:pt x="7524598" y="1529231"/>
                  <a:pt x="7482580" y="1529231"/>
                </a:cubicBezTo>
                <a:lnTo>
                  <a:pt x="76079" y="1529231"/>
                </a:lnTo>
                <a:cubicBezTo>
                  <a:pt x="34062" y="1529231"/>
                  <a:pt x="0" y="1495169"/>
                  <a:pt x="0" y="1453151"/>
                </a:cubicBezTo>
                <a:lnTo>
                  <a:pt x="0" y="76079"/>
                </a:lnTo>
                <a:cubicBezTo>
                  <a:pt x="0" y="34090"/>
                  <a:pt x="34090" y="0"/>
                  <a:pt x="7607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0176" y="5477841"/>
            <a:ext cx="456487" cy="456487"/>
          </a:xfrm>
          <a:custGeom>
            <a:avLst/>
            <a:gdLst/>
            <a:ahLst/>
            <a:cxnLst/>
            <a:rect l="l" t="t" r="r" b="b"/>
            <a:pathLst>
              <a:path w="456487" h="456487">
                <a:moveTo>
                  <a:pt x="76083" y="0"/>
                </a:moveTo>
                <a:lnTo>
                  <a:pt x="380404" y="0"/>
                </a:lnTo>
                <a:cubicBezTo>
                  <a:pt x="422395" y="0"/>
                  <a:pt x="456487" y="34091"/>
                  <a:pt x="456487" y="76083"/>
                </a:cubicBezTo>
                <a:lnTo>
                  <a:pt x="456487" y="380404"/>
                </a:lnTo>
                <a:cubicBezTo>
                  <a:pt x="456487" y="422395"/>
                  <a:pt x="422395" y="456487"/>
                  <a:pt x="380404" y="456487"/>
                </a:cubicBezTo>
                <a:lnTo>
                  <a:pt x="76083" y="456487"/>
                </a:lnTo>
                <a:cubicBezTo>
                  <a:pt x="34091" y="456487"/>
                  <a:pt x="0" y="422395"/>
                  <a:pt x="0" y="380404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7093" y="5610983"/>
            <a:ext cx="142652" cy="190203"/>
          </a:xfrm>
          <a:custGeom>
            <a:avLst/>
            <a:gdLst/>
            <a:ahLst/>
            <a:cxnLst/>
            <a:rect l="l" t="t" r="r" b="b"/>
            <a:pathLst>
              <a:path w="142652" h="190203">
                <a:moveTo>
                  <a:pt x="71326" y="0"/>
                </a:moveTo>
                <a:cubicBezTo>
                  <a:pt x="51637" y="0"/>
                  <a:pt x="35663" y="15974"/>
                  <a:pt x="35663" y="35663"/>
                </a:cubicBezTo>
                <a:lnTo>
                  <a:pt x="35663" y="83214"/>
                </a:lnTo>
                <a:cubicBezTo>
                  <a:pt x="35663" y="102903"/>
                  <a:pt x="51637" y="118877"/>
                  <a:pt x="71326" y="118877"/>
                </a:cubicBezTo>
                <a:cubicBezTo>
                  <a:pt x="91015" y="118877"/>
                  <a:pt x="106989" y="102903"/>
                  <a:pt x="106989" y="83214"/>
                </a:cubicBezTo>
                <a:lnTo>
                  <a:pt x="106989" y="35663"/>
                </a:lnTo>
                <a:cubicBezTo>
                  <a:pt x="106989" y="15974"/>
                  <a:pt x="91015" y="0"/>
                  <a:pt x="71326" y="0"/>
                </a:cubicBezTo>
                <a:close/>
                <a:moveTo>
                  <a:pt x="17832" y="68354"/>
                </a:moveTo>
                <a:cubicBezTo>
                  <a:pt x="17832" y="63413"/>
                  <a:pt x="13857" y="59438"/>
                  <a:pt x="8916" y="59438"/>
                </a:cubicBezTo>
                <a:cubicBezTo>
                  <a:pt x="3975" y="59438"/>
                  <a:pt x="0" y="63413"/>
                  <a:pt x="0" y="68354"/>
                </a:cubicBezTo>
                <a:lnTo>
                  <a:pt x="0" y="83214"/>
                </a:lnTo>
                <a:cubicBezTo>
                  <a:pt x="0" y="119583"/>
                  <a:pt x="27230" y="149599"/>
                  <a:pt x="62410" y="153983"/>
                </a:cubicBezTo>
                <a:lnTo>
                  <a:pt x="62410" y="172371"/>
                </a:lnTo>
                <a:lnTo>
                  <a:pt x="44579" y="172371"/>
                </a:lnTo>
                <a:cubicBezTo>
                  <a:pt x="39638" y="172371"/>
                  <a:pt x="35663" y="176346"/>
                  <a:pt x="35663" y="181287"/>
                </a:cubicBezTo>
                <a:cubicBezTo>
                  <a:pt x="35663" y="186228"/>
                  <a:pt x="39638" y="190203"/>
                  <a:pt x="44579" y="190203"/>
                </a:cubicBezTo>
                <a:lnTo>
                  <a:pt x="98073" y="190203"/>
                </a:lnTo>
                <a:cubicBezTo>
                  <a:pt x="103014" y="190203"/>
                  <a:pt x="106989" y="186228"/>
                  <a:pt x="106989" y="181287"/>
                </a:cubicBezTo>
                <a:cubicBezTo>
                  <a:pt x="106989" y="176346"/>
                  <a:pt x="103014" y="172371"/>
                  <a:pt x="98073" y="172371"/>
                </a:cubicBezTo>
                <a:lnTo>
                  <a:pt x="80242" y="172371"/>
                </a:lnTo>
                <a:lnTo>
                  <a:pt x="80242" y="153983"/>
                </a:lnTo>
                <a:cubicBezTo>
                  <a:pt x="115422" y="149599"/>
                  <a:pt x="142652" y="119583"/>
                  <a:pt x="142652" y="83214"/>
                </a:cubicBezTo>
                <a:lnTo>
                  <a:pt x="142652" y="68354"/>
                </a:lnTo>
                <a:cubicBezTo>
                  <a:pt x="142652" y="63413"/>
                  <a:pt x="138677" y="59438"/>
                  <a:pt x="133736" y="59438"/>
                </a:cubicBezTo>
                <a:cubicBezTo>
                  <a:pt x="128796" y="59438"/>
                  <a:pt x="124821" y="63413"/>
                  <a:pt x="124821" y="68354"/>
                </a:cubicBezTo>
                <a:lnTo>
                  <a:pt x="124821" y="83214"/>
                </a:lnTo>
                <a:cubicBezTo>
                  <a:pt x="124821" y="112747"/>
                  <a:pt x="100859" y="136708"/>
                  <a:pt x="71326" y="136708"/>
                </a:cubicBezTo>
                <a:cubicBezTo>
                  <a:pt x="41793" y="136708"/>
                  <a:pt x="17832" y="112747"/>
                  <a:pt x="17832" y="83214"/>
                </a:cubicBezTo>
                <a:lnTo>
                  <a:pt x="17832" y="6835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0784" y="5572942"/>
            <a:ext cx="2310964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Search Optimization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0176" y="6048449"/>
            <a:ext cx="7322808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of searches are voice-based. Optimize for conversational, long-tail queries.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0176" y="6352774"/>
            <a:ext cx="7246727" cy="342365"/>
          </a:xfrm>
          <a:custGeom>
            <a:avLst/>
            <a:gdLst/>
            <a:ahLst/>
            <a:cxnLst/>
            <a:rect l="l" t="t" r="r" b="b"/>
            <a:pathLst>
              <a:path w="7246727" h="342365">
                <a:moveTo>
                  <a:pt x="38040" y="0"/>
                </a:moveTo>
                <a:lnTo>
                  <a:pt x="7208687" y="0"/>
                </a:lnTo>
                <a:cubicBezTo>
                  <a:pt x="7229696" y="0"/>
                  <a:pt x="7246727" y="17031"/>
                  <a:pt x="7246727" y="38040"/>
                </a:cubicBezTo>
                <a:lnTo>
                  <a:pt x="7246727" y="304325"/>
                </a:lnTo>
                <a:cubicBezTo>
                  <a:pt x="7246727" y="325334"/>
                  <a:pt x="7229696" y="342365"/>
                  <a:pt x="7208687" y="342365"/>
                </a:cubicBezTo>
                <a:lnTo>
                  <a:pt x="38040" y="342365"/>
                </a:lnTo>
                <a:cubicBezTo>
                  <a:pt x="17045" y="342365"/>
                  <a:pt x="0" y="325320"/>
                  <a:pt x="0" y="304325"/>
                </a:cubicBezTo>
                <a:lnTo>
                  <a:pt x="0" y="38040"/>
                </a:lnTo>
                <a:cubicBezTo>
                  <a:pt x="0" y="17031"/>
                  <a:pt x="17031" y="0"/>
                  <a:pt x="38040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6257" y="6428855"/>
            <a:ext cx="716113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4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"best pizza NYC," optimize for "where can I find the best pizza in New York City?"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5018" y="1183061"/>
            <a:ext cx="3697543" cy="2936731"/>
          </a:xfrm>
          <a:custGeom>
            <a:avLst/>
            <a:gdLst/>
            <a:ahLst/>
            <a:cxnLst/>
            <a:rect l="l" t="t" r="r" b="b"/>
            <a:pathLst>
              <a:path w="3697543" h="2936731">
                <a:moveTo>
                  <a:pt x="76091" y="0"/>
                </a:moveTo>
                <a:lnTo>
                  <a:pt x="3621452" y="0"/>
                </a:lnTo>
                <a:cubicBezTo>
                  <a:pt x="3663476" y="0"/>
                  <a:pt x="3697543" y="34067"/>
                  <a:pt x="3697543" y="76091"/>
                </a:cubicBezTo>
                <a:lnTo>
                  <a:pt x="3697543" y="2860641"/>
                </a:lnTo>
                <a:cubicBezTo>
                  <a:pt x="3697543" y="2902664"/>
                  <a:pt x="3663476" y="2936731"/>
                  <a:pt x="3621452" y="2936731"/>
                </a:cubicBezTo>
                <a:lnTo>
                  <a:pt x="76091" y="2936731"/>
                </a:lnTo>
                <a:cubicBezTo>
                  <a:pt x="34067" y="2936731"/>
                  <a:pt x="0" y="2902664"/>
                  <a:pt x="0" y="2860641"/>
                </a:cubicBezTo>
                <a:lnTo>
                  <a:pt x="0" y="76091"/>
                </a:lnTo>
                <a:cubicBezTo>
                  <a:pt x="0" y="34095"/>
                  <a:pt x="34095" y="0"/>
                  <a:pt x="760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96647" y="1369460"/>
            <a:ext cx="166427" cy="190203"/>
          </a:xfrm>
          <a:custGeom>
            <a:avLst/>
            <a:gdLst/>
            <a:ahLst/>
            <a:cxnLst/>
            <a:rect l="l" t="t" r="r" b="b"/>
            <a:pathLst>
              <a:path w="166427" h="190203">
                <a:moveTo>
                  <a:pt x="91349" y="-9622"/>
                </a:moveTo>
                <a:cubicBezTo>
                  <a:pt x="86371" y="-12668"/>
                  <a:pt x="80093" y="-12668"/>
                  <a:pt x="75115" y="-9622"/>
                </a:cubicBezTo>
                <a:cubicBezTo>
                  <a:pt x="66051" y="-4086"/>
                  <a:pt x="60441" y="-2600"/>
                  <a:pt x="49817" y="-2823"/>
                </a:cubicBezTo>
                <a:cubicBezTo>
                  <a:pt x="43984" y="-2972"/>
                  <a:pt x="38561" y="186"/>
                  <a:pt x="35737" y="5312"/>
                </a:cubicBezTo>
                <a:cubicBezTo>
                  <a:pt x="30648" y="14637"/>
                  <a:pt x="26524" y="18760"/>
                  <a:pt x="17200" y="23850"/>
                </a:cubicBezTo>
                <a:cubicBezTo>
                  <a:pt x="12073" y="26636"/>
                  <a:pt x="8953" y="32097"/>
                  <a:pt x="9064" y="37929"/>
                </a:cubicBezTo>
                <a:cubicBezTo>
                  <a:pt x="9324" y="48554"/>
                  <a:pt x="7801" y="54163"/>
                  <a:pt x="2266" y="63228"/>
                </a:cubicBezTo>
                <a:cubicBezTo>
                  <a:pt x="-780" y="68206"/>
                  <a:pt x="-780" y="74484"/>
                  <a:pt x="2266" y="79462"/>
                </a:cubicBezTo>
                <a:cubicBezTo>
                  <a:pt x="7801" y="88526"/>
                  <a:pt x="9287" y="94136"/>
                  <a:pt x="9064" y="104760"/>
                </a:cubicBezTo>
                <a:cubicBezTo>
                  <a:pt x="8916" y="110593"/>
                  <a:pt x="12073" y="116016"/>
                  <a:pt x="17200" y="118840"/>
                </a:cubicBezTo>
                <a:cubicBezTo>
                  <a:pt x="25410" y="123335"/>
                  <a:pt x="29571" y="127050"/>
                  <a:pt x="33954" y="134256"/>
                </a:cubicBezTo>
                <a:lnTo>
                  <a:pt x="15863" y="170328"/>
                </a:lnTo>
                <a:cubicBezTo>
                  <a:pt x="13671" y="174749"/>
                  <a:pt x="15454" y="180098"/>
                  <a:pt x="19838" y="182290"/>
                </a:cubicBezTo>
                <a:lnTo>
                  <a:pt x="51786" y="198264"/>
                </a:lnTo>
                <a:cubicBezTo>
                  <a:pt x="56058" y="200382"/>
                  <a:pt x="61259" y="198784"/>
                  <a:pt x="63562" y="194624"/>
                </a:cubicBezTo>
                <a:lnTo>
                  <a:pt x="83177" y="159295"/>
                </a:lnTo>
                <a:lnTo>
                  <a:pt x="102791" y="194624"/>
                </a:lnTo>
                <a:cubicBezTo>
                  <a:pt x="105094" y="198784"/>
                  <a:pt x="110295" y="200419"/>
                  <a:pt x="114567" y="198264"/>
                </a:cubicBezTo>
                <a:lnTo>
                  <a:pt x="146516" y="182290"/>
                </a:lnTo>
                <a:cubicBezTo>
                  <a:pt x="150936" y="180098"/>
                  <a:pt x="152719" y="174749"/>
                  <a:pt x="150491" y="170328"/>
                </a:cubicBezTo>
                <a:lnTo>
                  <a:pt x="132436" y="134219"/>
                </a:lnTo>
                <a:cubicBezTo>
                  <a:pt x="136783" y="127012"/>
                  <a:pt x="140980" y="123297"/>
                  <a:pt x="149190" y="118802"/>
                </a:cubicBezTo>
                <a:cubicBezTo>
                  <a:pt x="154317" y="116016"/>
                  <a:pt x="157437" y="110555"/>
                  <a:pt x="157326" y="104723"/>
                </a:cubicBezTo>
                <a:cubicBezTo>
                  <a:pt x="157066" y="94098"/>
                  <a:pt x="158589" y="88489"/>
                  <a:pt x="164124" y="79425"/>
                </a:cubicBezTo>
                <a:cubicBezTo>
                  <a:pt x="167170" y="74447"/>
                  <a:pt x="167170" y="68168"/>
                  <a:pt x="164124" y="63190"/>
                </a:cubicBezTo>
                <a:cubicBezTo>
                  <a:pt x="158589" y="54126"/>
                  <a:pt x="157103" y="48517"/>
                  <a:pt x="157326" y="37892"/>
                </a:cubicBezTo>
                <a:cubicBezTo>
                  <a:pt x="157475" y="32060"/>
                  <a:pt x="154317" y="26636"/>
                  <a:pt x="149190" y="23813"/>
                </a:cubicBezTo>
                <a:cubicBezTo>
                  <a:pt x="139866" y="18723"/>
                  <a:pt x="135742" y="14600"/>
                  <a:pt x="130653" y="5275"/>
                </a:cubicBezTo>
                <a:cubicBezTo>
                  <a:pt x="127867" y="149"/>
                  <a:pt x="122406" y="-2972"/>
                  <a:pt x="116574" y="-2860"/>
                </a:cubicBezTo>
                <a:cubicBezTo>
                  <a:pt x="105949" y="-2600"/>
                  <a:pt x="100339" y="-4124"/>
                  <a:pt x="91275" y="-9659"/>
                </a:cubicBezTo>
                <a:close/>
                <a:moveTo>
                  <a:pt x="83214" y="35663"/>
                </a:moveTo>
                <a:cubicBezTo>
                  <a:pt x="102897" y="35663"/>
                  <a:pt x="118877" y="51643"/>
                  <a:pt x="118877" y="71326"/>
                </a:cubicBezTo>
                <a:cubicBezTo>
                  <a:pt x="118877" y="91009"/>
                  <a:pt x="102897" y="106989"/>
                  <a:pt x="83214" y="106989"/>
                </a:cubicBezTo>
                <a:cubicBezTo>
                  <a:pt x="63531" y="106989"/>
                  <a:pt x="47551" y="91009"/>
                  <a:pt x="47551" y="71326"/>
                </a:cubicBezTo>
                <a:cubicBezTo>
                  <a:pt x="47551" y="51643"/>
                  <a:pt x="63531" y="35663"/>
                  <a:pt x="83214" y="356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55709" y="1339026"/>
            <a:ext cx="318598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E-E-A-T Framework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60984" y="1719432"/>
            <a:ext cx="3461691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Google's expanded quality framework: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0984" y="206179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38041" y="0"/>
                </a:moveTo>
                <a:lnTo>
                  <a:pt x="266284" y="0"/>
                </a:lnTo>
                <a:cubicBezTo>
                  <a:pt x="287293" y="0"/>
                  <a:pt x="304324" y="17031"/>
                  <a:pt x="304324" y="38041"/>
                </a:cubicBezTo>
                <a:lnTo>
                  <a:pt x="304324" y="266284"/>
                </a:lnTo>
                <a:cubicBezTo>
                  <a:pt x="304324" y="287293"/>
                  <a:pt x="287293" y="304324"/>
                  <a:pt x="266284" y="304324"/>
                </a:cubicBezTo>
                <a:lnTo>
                  <a:pt x="38041" y="304324"/>
                </a:lnTo>
                <a:cubicBezTo>
                  <a:pt x="17031" y="304324"/>
                  <a:pt x="0" y="287293"/>
                  <a:pt x="0" y="26628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73322" y="2099837"/>
            <a:ext cx="152162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41389" y="2061797"/>
            <a:ext cx="127435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41389" y="2290040"/>
            <a:ext cx="126484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Firsthand knowledge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0984" y="2556324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38041" y="0"/>
                </a:moveTo>
                <a:lnTo>
                  <a:pt x="266284" y="0"/>
                </a:lnTo>
                <a:cubicBezTo>
                  <a:pt x="287293" y="0"/>
                  <a:pt x="304324" y="17031"/>
                  <a:pt x="304324" y="38041"/>
                </a:cubicBezTo>
                <a:lnTo>
                  <a:pt x="304324" y="266284"/>
                </a:lnTo>
                <a:cubicBezTo>
                  <a:pt x="304324" y="287293"/>
                  <a:pt x="287293" y="304324"/>
                  <a:pt x="266284" y="304324"/>
                </a:cubicBezTo>
                <a:lnTo>
                  <a:pt x="38041" y="304324"/>
                </a:lnTo>
                <a:cubicBezTo>
                  <a:pt x="17031" y="304324"/>
                  <a:pt x="0" y="287293"/>
                  <a:pt x="0" y="26628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73322" y="2594364"/>
            <a:ext cx="152162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41389" y="2556324"/>
            <a:ext cx="128386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Expertise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41389" y="2784567"/>
            <a:ext cx="127435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 matter depth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60984" y="3050851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38041" y="0"/>
                </a:moveTo>
                <a:lnTo>
                  <a:pt x="266284" y="0"/>
                </a:lnTo>
                <a:cubicBezTo>
                  <a:pt x="287293" y="0"/>
                  <a:pt x="304324" y="17031"/>
                  <a:pt x="304324" y="38041"/>
                </a:cubicBezTo>
                <a:lnTo>
                  <a:pt x="304324" y="266284"/>
                </a:lnTo>
                <a:cubicBezTo>
                  <a:pt x="304324" y="287293"/>
                  <a:pt x="287293" y="304324"/>
                  <a:pt x="266284" y="304324"/>
                </a:cubicBezTo>
                <a:lnTo>
                  <a:pt x="38041" y="304324"/>
                </a:lnTo>
                <a:cubicBezTo>
                  <a:pt x="17031" y="304324"/>
                  <a:pt x="0" y="287293"/>
                  <a:pt x="0" y="26628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64287" y="3088892"/>
            <a:ext cx="171183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41389" y="3050851"/>
            <a:ext cx="1122197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41389" y="3279095"/>
            <a:ext cx="111268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Credible backlinks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0984" y="3545378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38041" y="0"/>
                </a:moveTo>
                <a:lnTo>
                  <a:pt x="266284" y="0"/>
                </a:lnTo>
                <a:cubicBezTo>
                  <a:pt x="287293" y="0"/>
                  <a:pt x="304324" y="17031"/>
                  <a:pt x="304324" y="38041"/>
                </a:cubicBezTo>
                <a:lnTo>
                  <a:pt x="304324" y="266284"/>
                </a:lnTo>
                <a:cubicBezTo>
                  <a:pt x="304324" y="287293"/>
                  <a:pt x="287293" y="304324"/>
                  <a:pt x="266284" y="304324"/>
                </a:cubicBezTo>
                <a:lnTo>
                  <a:pt x="38041" y="304324"/>
                </a:lnTo>
                <a:cubicBezTo>
                  <a:pt x="17031" y="304324"/>
                  <a:pt x="0" y="287293"/>
                  <a:pt x="0" y="26628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72490" y="3583419"/>
            <a:ext cx="161672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41389" y="3545378"/>
            <a:ext cx="1578683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Trustworthiness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41389" y="3773622"/>
            <a:ext cx="156917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signals, transparency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5018" y="4241528"/>
            <a:ext cx="3697543" cy="2175920"/>
          </a:xfrm>
          <a:custGeom>
            <a:avLst/>
            <a:gdLst/>
            <a:ahLst/>
            <a:cxnLst/>
            <a:rect l="l" t="t" r="r" b="b"/>
            <a:pathLst>
              <a:path w="3697543" h="2175920">
                <a:moveTo>
                  <a:pt x="76092" y="0"/>
                </a:moveTo>
                <a:lnTo>
                  <a:pt x="3621451" y="0"/>
                </a:lnTo>
                <a:cubicBezTo>
                  <a:pt x="3663475" y="0"/>
                  <a:pt x="3697543" y="34068"/>
                  <a:pt x="3697543" y="76092"/>
                </a:cubicBezTo>
                <a:lnTo>
                  <a:pt x="3697543" y="2099828"/>
                </a:lnTo>
                <a:cubicBezTo>
                  <a:pt x="3697543" y="2141853"/>
                  <a:pt x="3663475" y="2175920"/>
                  <a:pt x="3621451" y="2175920"/>
                </a:cubicBezTo>
                <a:lnTo>
                  <a:pt x="76092" y="2175920"/>
                </a:lnTo>
                <a:cubicBezTo>
                  <a:pt x="34068" y="2175920"/>
                  <a:pt x="0" y="2141853"/>
                  <a:pt x="0" y="2099828"/>
                </a:cubicBezTo>
                <a:lnTo>
                  <a:pt x="0" y="76092"/>
                </a:lnTo>
                <a:cubicBezTo>
                  <a:pt x="0" y="34096"/>
                  <a:pt x="34096" y="0"/>
                  <a:pt x="7609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95458" y="4443139"/>
            <a:ext cx="149785" cy="171183"/>
          </a:xfrm>
          <a:custGeom>
            <a:avLst/>
            <a:gdLst/>
            <a:ahLst/>
            <a:cxnLst/>
            <a:rect l="l" t="t" r="r" b="b"/>
            <a:pathLst>
              <a:path w="149785" h="171183">
                <a:moveTo>
                  <a:pt x="25845" y="836"/>
                </a:moveTo>
                <a:cubicBezTo>
                  <a:pt x="28553" y="-535"/>
                  <a:pt x="31829" y="-234"/>
                  <a:pt x="34237" y="1605"/>
                </a:cubicBezTo>
                <a:lnTo>
                  <a:pt x="141226" y="81813"/>
                </a:lnTo>
                <a:cubicBezTo>
                  <a:pt x="144001" y="83886"/>
                  <a:pt x="145104" y="87497"/>
                  <a:pt x="144034" y="90774"/>
                </a:cubicBezTo>
                <a:cubicBezTo>
                  <a:pt x="142964" y="94050"/>
                  <a:pt x="139888" y="96257"/>
                  <a:pt x="136411" y="96257"/>
                </a:cubicBezTo>
                <a:lnTo>
                  <a:pt x="85491" y="96257"/>
                </a:lnTo>
                <a:lnTo>
                  <a:pt x="115214" y="155669"/>
                </a:lnTo>
                <a:cubicBezTo>
                  <a:pt x="117855" y="160952"/>
                  <a:pt x="115715" y="167371"/>
                  <a:pt x="110433" y="170012"/>
                </a:cubicBezTo>
                <a:cubicBezTo>
                  <a:pt x="105150" y="172654"/>
                  <a:pt x="98731" y="170514"/>
                  <a:pt x="96090" y="165231"/>
                </a:cubicBezTo>
                <a:lnTo>
                  <a:pt x="66367" y="105819"/>
                </a:lnTo>
                <a:lnTo>
                  <a:pt x="35841" y="146542"/>
                </a:lnTo>
                <a:cubicBezTo>
                  <a:pt x="33768" y="149317"/>
                  <a:pt x="30158" y="150420"/>
                  <a:pt x="26881" y="149350"/>
                </a:cubicBezTo>
                <a:cubicBezTo>
                  <a:pt x="23604" y="148280"/>
                  <a:pt x="21398" y="145204"/>
                  <a:pt x="21398" y="141761"/>
                </a:cubicBezTo>
                <a:lnTo>
                  <a:pt x="21398" y="8024"/>
                </a:lnTo>
                <a:cubicBezTo>
                  <a:pt x="21398" y="4982"/>
                  <a:pt x="23103" y="2207"/>
                  <a:pt x="25845" y="83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536689" y="4397493"/>
            <a:ext cx="319549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Zero-Click Searches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46862" y="4777898"/>
            <a:ext cx="3613853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94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22943" y="5234385"/>
            <a:ext cx="3461691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Google searches end without a click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60984" y="5576750"/>
            <a:ext cx="3461691" cy="68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for featured snippets, knowledge panels, and AI overviews to capture visibility even without clicks.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592" y="348592"/>
            <a:ext cx="1155582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kern="0" spc="96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Checklist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592" y="592606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Keyword Placement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021" y="1080635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6021" y="1080635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2888" y="1220071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6180" y="1324649"/>
            <a:ext cx="122007" cy="139437"/>
          </a:xfrm>
          <a:custGeom>
            <a:avLst/>
            <a:gdLst/>
            <a:ahLst/>
            <a:cxnLst/>
            <a:rect l="l" t="t" r="r" b="b"/>
            <a:pathLst>
              <a:path w="122007" h="139437">
                <a:moveTo>
                  <a:pt x="0" y="17430"/>
                </a:moveTo>
                <a:cubicBezTo>
                  <a:pt x="0" y="12609"/>
                  <a:pt x="3894" y="8715"/>
                  <a:pt x="8715" y="8715"/>
                </a:cubicBezTo>
                <a:lnTo>
                  <a:pt x="34859" y="8715"/>
                </a:lnTo>
                <a:cubicBezTo>
                  <a:pt x="39680" y="8715"/>
                  <a:pt x="43574" y="12609"/>
                  <a:pt x="43574" y="17430"/>
                </a:cubicBezTo>
                <a:cubicBezTo>
                  <a:pt x="43574" y="22250"/>
                  <a:pt x="39680" y="26144"/>
                  <a:pt x="34859" y="26144"/>
                </a:cubicBezTo>
                <a:lnTo>
                  <a:pt x="30502" y="26144"/>
                </a:lnTo>
                <a:lnTo>
                  <a:pt x="30502" y="56646"/>
                </a:lnTo>
                <a:lnTo>
                  <a:pt x="91505" y="56646"/>
                </a:lnTo>
                <a:lnTo>
                  <a:pt x="91505" y="26144"/>
                </a:lnTo>
                <a:lnTo>
                  <a:pt x="87148" y="26144"/>
                </a:lnTo>
                <a:cubicBezTo>
                  <a:pt x="82328" y="26144"/>
                  <a:pt x="78433" y="22250"/>
                  <a:pt x="78433" y="17430"/>
                </a:cubicBezTo>
                <a:cubicBezTo>
                  <a:pt x="78433" y="12609"/>
                  <a:pt x="82328" y="8715"/>
                  <a:pt x="87148" y="8715"/>
                </a:cubicBezTo>
                <a:lnTo>
                  <a:pt x="113292" y="8715"/>
                </a:lnTo>
                <a:cubicBezTo>
                  <a:pt x="118113" y="8715"/>
                  <a:pt x="122007" y="12609"/>
                  <a:pt x="122007" y="17430"/>
                </a:cubicBezTo>
                <a:cubicBezTo>
                  <a:pt x="122007" y="22250"/>
                  <a:pt x="118113" y="26144"/>
                  <a:pt x="113292" y="26144"/>
                </a:cubicBezTo>
                <a:lnTo>
                  <a:pt x="108935" y="26144"/>
                </a:lnTo>
                <a:lnTo>
                  <a:pt x="108935" y="113292"/>
                </a:lnTo>
                <a:lnTo>
                  <a:pt x="113292" y="113292"/>
                </a:lnTo>
                <a:cubicBezTo>
                  <a:pt x="118113" y="113292"/>
                  <a:pt x="122007" y="117187"/>
                  <a:pt x="122007" y="122007"/>
                </a:cubicBezTo>
                <a:cubicBezTo>
                  <a:pt x="122007" y="126828"/>
                  <a:pt x="118113" y="130722"/>
                  <a:pt x="113292" y="130722"/>
                </a:cubicBezTo>
                <a:lnTo>
                  <a:pt x="87148" y="130722"/>
                </a:lnTo>
                <a:cubicBezTo>
                  <a:pt x="82328" y="130722"/>
                  <a:pt x="78433" y="126828"/>
                  <a:pt x="78433" y="122007"/>
                </a:cubicBezTo>
                <a:cubicBezTo>
                  <a:pt x="78433" y="117187"/>
                  <a:pt x="82328" y="113292"/>
                  <a:pt x="87148" y="113292"/>
                </a:cubicBezTo>
                <a:lnTo>
                  <a:pt x="91505" y="113292"/>
                </a:lnTo>
                <a:lnTo>
                  <a:pt x="91505" y="74076"/>
                </a:lnTo>
                <a:lnTo>
                  <a:pt x="30502" y="74076"/>
                </a:lnTo>
                <a:lnTo>
                  <a:pt x="30502" y="113292"/>
                </a:lnTo>
                <a:lnTo>
                  <a:pt x="34859" y="113292"/>
                </a:lnTo>
                <a:cubicBezTo>
                  <a:pt x="39680" y="113292"/>
                  <a:pt x="43574" y="117187"/>
                  <a:pt x="43574" y="122007"/>
                </a:cubicBezTo>
                <a:cubicBezTo>
                  <a:pt x="43574" y="126828"/>
                  <a:pt x="39680" y="130722"/>
                  <a:pt x="34859" y="130722"/>
                </a:cubicBezTo>
                <a:lnTo>
                  <a:pt x="8715" y="130722"/>
                </a:lnTo>
                <a:cubicBezTo>
                  <a:pt x="3894" y="130722"/>
                  <a:pt x="0" y="126828"/>
                  <a:pt x="0" y="122007"/>
                </a:cubicBezTo>
                <a:cubicBezTo>
                  <a:pt x="0" y="117187"/>
                  <a:pt x="3894" y="113292"/>
                  <a:pt x="8715" y="113292"/>
                </a:cubicBezTo>
                <a:lnTo>
                  <a:pt x="13072" y="113292"/>
                </a:lnTo>
                <a:lnTo>
                  <a:pt x="13072" y="26144"/>
                </a:lnTo>
                <a:lnTo>
                  <a:pt x="8715" y="26144"/>
                </a:lnTo>
                <a:cubicBezTo>
                  <a:pt x="3894" y="26144"/>
                  <a:pt x="0" y="22250"/>
                  <a:pt x="0" y="174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6057" y="1272360"/>
            <a:ext cx="810476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Title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888" y="1638382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Front-load your target keyword in the title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888" y="1917255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2606" y="1986974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"Content Marketing Strategy: 7 Steps to Success"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6021" y="2484333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6021" y="2475002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2888" y="2614439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751" y="2719016"/>
            <a:ext cx="156866" cy="139437"/>
          </a:xfrm>
          <a:custGeom>
            <a:avLst/>
            <a:gdLst/>
            <a:ahLst/>
            <a:cxnLst/>
            <a:rect l="l" t="t" r="r" b="b"/>
            <a:pathLst>
              <a:path w="156866" h="139437">
                <a:moveTo>
                  <a:pt x="114246" y="26144"/>
                </a:moveTo>
                <a:cubicBezTo>
                  <a:pt x="109725" y="26144"/>
                  <a:pt x="105340" y="27370"/>
                  <a:pt x="101500" y="29603"/>
                </a:cubicBezTo>
                <a:cubicBezTo>
                  <a:pt x="97197" y="25246"/>
                  <a:pt x="92186" y="21596"/>
                  <a:pt x="86658" y="18846"/>
                </a:cubicBezTo>
                <a:cubicBezTo>
                  <a:pt x="94338" y="12310"/>
                  <a:pt x="104115" y="8715"/>
                  <a:pt x="114246" y="8715"/>
                </a:cubicBezTo>
                <a:cubicBezTo>
                  <a:pt x="137775" y="8715"/>
                  <a:pt x="156866" y="27778"/>
                  <a:pt x="156866" y="51336"/>
                </a:cubicBezTo>
                <a:cubicBezTo>
                  <a:pt x="156866" y="62638"/>
                  <a:pt x="152373" y="73477"/>
                  <a:pt x="144393" y="81456"/>
                </a:cubicBezTo>
                <a:lnTo>
                  <a:pt x="125030" y="100819"/>
                </a:lnTo>
                <a:cubicBezTo>
                  <a:pt x="117051" y="108799"/>
                  <a:pt x="106212" y="113292"/>
                  <a:pt x="94910" y="113292"/>
                </a:cubicBezTo>
                <a:cubicBezTo>
                  <a:pt x="71380" y="113292"/>
                  <a:pt x="52289" y="94229"/>
                  <a:pt x="52289" y="70672"/>
                </a:cubicBezTo>
                <a:cubicBezTo>
                  <a:pt x="52289" y="70263"/>
                  <a:pt x="52289" y="69855"/>
                  <a:pt x="52316" y="69446"/>
                </a:cubicBezTo>
                <a:cubicBezTo>
                  <a:pt x="52452" y="64626"/>
                  <a:pt x="56456" y="60840"/>
                  <a:pt x="61276" y="60976"/>
                </a:cubicBezTo>
                <a:cubicBezTo>
                  <a:pt x="66096" y="61113"/>
                  <a:pt x="69882" y="65116"/>
                  <a:pt x="69746" y="69936"/>
                </a:cubicBezTo>
                <a:cubicBezTo>
                  <a:pt x="69746" y="70181"/>
                  <a:pt x="69746" y="70426"/>
                  <a:pt x="69746" y="70644"/>
                </a:cubicBezTo>
                <a:cubicBezTo>
                  <a:pt x="69746" y="84561"/>
                  <a:pt x="81020" y="95836"/>
                  <a:pt x="94937" y="95836"/>
                </a:cubicBezTo>
                <a:cubicBezTo>
                  <a:pt x="101609" y="95836"/>
                  <a:pt x="108009" y="93194"/>
                  <a:pt x="112748" y="88455"/>
                </a:cubicBezTo>
                <a:lnTo>
                  <a:pt x="132111" y="69092"/>
                </a:lnTo>
                <a:cubicBezTo>
                  <a:pt x="136822" y="64381"/>
                  <a:pt x="139491" y="57953"/>
                  <a:pt x="139491" y="51281"/>
                </a:cubicBezTo>
                <a:cubicBezTo>
                  <a:pt x="139491" y="37365"/>
                  <a:pt x="128216" y="26090"/>
                  <a:pt x="114300" y="26090"/>
                </a:cubicBezTo>
                <a:close/>
                <a:moveTo>
                  <a:pt x="74947" y="47196"/>
                </a:moveTo>
                <a:cubicBezTo>
                  <a:pt x="74430" y="46978"/>
                  <a:pt x="73912" y="46679"/>
                  <a:pt x="73449" y="46352"/>
                </a:cubicBezTo>
                <a:cubicBezTo>
                  <a:pt x="70018" y="44582"/>
                  <a:pt x="66096" y="43574"/>
                  <a:pt x="61984" y="43574"/>
                </a:cubicBezTo>
                <a:cubicBezTo>
                  <a:pt x="55312" y="43574"/>
                  <a:pt x="48912" y="46216"/>
                  <a:pt x="44173" y="50954"/>
                </a:cubicBezTo>
                <a:lnTo>
                  <a:pt x="24810" y="70318"/>
                </a:lnTo>
                <a:cubicBezTo>
                  <a:pt x="20098" y="75029"/>
                  <a:pt x="17430" y="81456"/>
                  <a:pt x="17430" y="88128"/>
                </a:cubicBezTo>
                <a:cubicBezTo>
                  <a:pt x="17430" y="102045"/>
                  <a:pt x="28704" y="113320"/>
                  <a:pt x="42621" y="113320"/>
                </a:cubicBezTo>
                <a:cubicBezTo>
                  <a:pt x="47114" y="113320"/>
                  <a:pt x="51499" y="112121"/>
                  <a:pt x="55339" y="109888"/>
                </a:cubicBezTo>
                <a:cubicBezTo>
                  <a:pt x="59642" y="114246"/>
                  <a:pt x="64653" y="117895"/>
                  <a:pt x="70209" y="120645"/>
                </a:cubicBezTo>
                <a:cubicBezTo>
                  <a:pt x="62529" y="127154"/>
                  <a:pt x="52779" y="130776"/>
                  <a:pt x="42621" y="130776"/>
                </a:cubicBezTo>
                <a:cubicBezTo>
                  <a:pt x="19091" y="130776"/>
                  <a:pt x="0" y="111713"/>
                  <a:pt x="0" y="88156"/>
                </a:cubicBezTo>
                <a:cubicBezTo>
                  <a:pt x="0" y="76854"/>
                  <a:pt x="4494" y="66015"/>
                  <a:pt x="12473" y="58035"/>
                </a:cubicBezTo>
                <a:lnTo>
                  <a:pt x="31836" y="38672"/>
                </a:lnTo>
                <a:cubicBezTo>
                  <a:pt x="39816" y="30692"/>
                  <a:pt x="50655" y="26199"/>
                  <a:pt x="61957" y="26199"/>
                </a:cubicBezTo>
                <a:cubicBezTo>
                  <a:pt x="85541" y="26199"/>
                  <a:pt x="104578" y="45426"/>
                  <a:pt x="104578" y="68929"/>
                </a:cubicBezTo>
                <a:cubicBezTo>
                  <a:pt x="104578" y="69283"/>
                  <a:pt x="104578" y="69637"/>
                  <a:pt x="104578" y="69991"/>
                </a:cubicBezTo>
                <a:cubicBezTo>
                  <a:pt x="104469" y="74811"/>
                  <a:pt x="100465" y="78597"/>
                  <a:pt x="95645" y="78488"/>
                </a:cubicBezTo>
                <a:cubicBezTo>
                  <a:pt x="90825" y="78379"/>
                  <a:pt x="87039" y="74375"/>
                  <a:pt x="87148" y="69555"/>
                </a:cubicBezTo>
                <a:cubicBezTo>
                  <a:pt x="87148" y="69337"/>
                  <a:pt x="87148" y="69146"/>
                  <a:pt x="87148" y="68929"/>
                </a:cubicBezTo>
                <a:cubicBezTo>
                  <a:pt x="87148" y="59751"/>
                  <a:pt x="82246" y="51690"/>
                  <a:pt x="74947" y="4725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6057" y="2666728"/>
            <a:ext cx="1167783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Structure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2888" y="3032749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keyword-rich URLs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2888" y="3311623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2606" y="3381341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/content-marketing-strategy/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6021" y="3869370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6021" y="3869370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2888" y="4008806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465" y="4113384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8851" y="26144"/>
                </a:moveTo>
                <a:lnTo>
                  <a:pt x="8851" y="66859"/>
                </a:lnTo>
                <a:cubicBezTo>
                  <a:pt x="8851" y="71489"/>
                  <a:pt x="10676" y="75928"/>
                  <a:pt x="13944" y="79196"/>
                </a:cubicBezTo>
                <a:lnTo>
                  <a:pt x="66232" y="131484"/>
                </a:lnTo>
                <a:cubicBezTo>
                  <a:pt x="73041" y="138293"/>
                  <a:pt x="84071" y="138293"/>
                  <a:pt x="90879" y="131484"/>
                </a:cubicBezTo>
                <a:lnTo>
                  <a:pt x="131593" y="90770"/>
                </a:lnTo>
                <a:cubicBezTo>
                  <a:pt x="138402" y="83962"/>
                  <a:pt x="138402" y="72932"/>
                  <a:pt x="131593" y="66124"/>
                </a:cubicBezTo>
                <a:lnTo>
                  <a:pt x="79305" y="13835"/>
                </a:lnTo>
                <a:cubicBezTo>
                  <a:pt x="76037" y="10539"/>
                  <a:pt x="71625" y="8715"/>
                  <a:pt x="66995" y="8715"/>
                </a:cubicBezTo>
                <a:lnTo>
                  <a:pt x="26281" y="8715"/>
                </a:lnTo>
                <a:cubicBezTo>
                  <a:pt x="16667" y="8715"/>
                  <a:pt x="8851" y="16531"/>
                  <a:pt x="8851" y="26144"/>
                </a:cubicBezTo>
                <a:close/>
                <a:moveTo>
                  <a:pt x="39353" y="30502"/>
                </a:moveTo>
                <a:cubicBezTo>
                  <a:pt x="44163" y="30502"/>
                  <a:pt x="48068" y="34407"/>
                  <a:pt x="48068" y="39217"/>
                </a:cubicBezTo>
                <a:cubicBezTo>
                  <a:pt x="48068" y="44026"/>
                  <a:pt x="44163" y="47931"/>
                  <a:pt x="39353" y="47931"/>
                </a:cubicBezTo>
                <a:cubicBezTo>
                  <a:pt x="34543" y="47931"/>
                  <a:pt x="30638" y="44026"/>
                  <a:pt x="30638" y="39217"/>
                </a:cubicBezTo>
                <a:cubicBezTo>
                  <a:pt x="30638" y="34407"/>
                  <a:pt x="34543" y="30502"/>
                  <a:pt x="39353" y="30502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6057" y="4061095"/>
            <a:ext cx="1403082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 Description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2888" y="4427117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Compelling summary with keyword included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2888" y="4705990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606" y="4775708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150-160 characters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6021" y="5263737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6021" y="5263737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2888" y="5403174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180" y="5507751"/>
            <a:ext cx="122007" cy="139437"/>
          </a:xfrm>
          <a:custGeom>
            <a:avLst/>
            <a:gdLst/>
            <a:ahLst/>
            <a:cxnLst/>
            <a:rect l="l" t="t" r="r" b="b"/>
            <a:pathLst>
              <a:path w="122007" h="139437">
                <a:moveTo>
                  <a:pt x="17430" y="8715"/>
                </a:moveTo>
                <a:cubicBezTo>
                  <a:pt x="7816" y="8715"/>
                  <a:pt x="0" y="16531"/>
                  <a:pt x="0" y="26144"/>
                </a:cubicBezTo>
                <a:lnTo>
                  <a:pt x="0" y="113292"/>
                </a:lnTo>
                <a:cubicBezTo>
                  <a:pt x="0" y="122906"/>
                  <a:pt x="7816" y="130722"/>
                  <a:pt x="17430" y="130722"/>
                </a:cubicBezTo>
                <a:lnTo>
                  <a:pt x="104578" y="130722"/>
                </a:lnTo>
                <a:cubicBezTo>
                  <a:pt x="114191" y="130722"/>
                  <a:pt x="122007" y="122906"/>
                  <a:pt x="122007" y="113292"/>
                </a:cubicBezTo>
                <a:lnTo>
                  <a:pt x="122007" y="26144"/>
                </a:lnTo>
                <a:cubicBezTo>
                  <a:pt x="122007" y="16531"/>
                  <a:pt x="114191" y="8715"/>
                  <a:pt x="104578" y="8715"/>
                </a:cubicBezTo>
                <a:lnTo>
                  <a:pt x="17430" y="8715"/>
                </a:lnTo>
                <a:close/>
                <a:moveTo>
                  <a:pt x="34859" y="30502"/>
                </a:moveTo>
                <a:cubicBezTo>
                  <a:pt x="42074" y="30502"/>
                  <a:pt x="47931" y="36359"/>
                  <a:pt x="47931" y="43574"/>
                </a:cubicBezTo>
                <a:cubicBezTo>
                  <a:pt x="47931" y="50789"/>
                  <a:pt x="42074" y="56646"/>
                  <a:pt x="34859" y="56646"/>
                </a:cubicBezTo>
                <a:cubicBezTo>
                  <a:pt x="27644" y="56646"/>
                  <a:pt x="21787" y="50789"/>
                  <a:pt x="21787" y="43574"/>
                </a:cubicBezTo>
                <a:cubicBezTo>
                  <a:pt x="21787" y="36359"/>
                  <a:pt x="27644" y="30502"/>
                  <a:pt x="34859" y="30502"/>
                </a:cubicBezTo>
                <a:close/>
                <a:moveTo>
                  <a:pt x="74076" y="61004"/>
                </a:moveTo>
                <a:cubicBezTo>
                  <a:pt x="76363" y="61004"/>
                  <a:pt x="78460" y="62202"/>
                  <a:pt x="79659" y="64135"/>
                </a:cubicBezTo>
                <a:lnTo>
                  <a:pt x="103624" y="103352"/>
                </a:lnTo>
                <a:cubicBezTo>
                  <a:pt x="104850" y="105367"/>
                  <a:pt x="104904" y="107900"/>
                  <a:pt x="103761" y="109970"/>
                </a:cubicBezTo>
                <a:cubicBezTo>
                  <a:pt x="102617" y="112040"/>
                  <a:pt x="100411" y="113292"/>
                  <a:pt x="98041" y="113292"/>
                </a:cubicBezTo>
                <a:lnTo>
                  <a:pt x="23966" y="113292"/>
                </a:lnTo>
                <a:cubicBezTo>
                  <a:pt x="21542" y="113292"/>
                  <a:pt x="19281" y="111931"/>
                  <a:pt x="18165" y="109779"/>
                </a:cubicBezTo>
                <a:cubicBezTo>
                  <a:pt x="17048" y="107628"/>
                  <a:pt x="17212" y="105013"/>
                  <a:pt x="18601" y="103025"/>
                </a:cubicBezTo>
                <a:lnTo>
                  <a:pt x="33852" y="81238"/>
                </a:lnTo>
                <a:cubicBezTo>
                  <a:pt x="35077" y="79495"/>
                  <a:pt x="37065" y="78460"/>
                  <a:pt x="39217" y="78460"/>
                </a:cubicBezTo>
                <a:cubicBezTo>
                  <a:pt x="41368" y="78460"/>
                  <a:pt x="43356" y="79495"/>
                  <a:pt x="44582" y="81238"/>
                </a:cubicBezTo>
                <a:lnTo>
                  <a:pt x="51771" y="91533"/>
                </a:lnTo>
                <a:lnTo>
                  <a:pt x="68493" y="64163"/>
                </a:lnTo>
                <a:cubicBezTo>
                  <a:pt x="69691" y="62229"/>
                  <a:pt x="71788" y="61031"/>
                  <a:pt x="74076" y="610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6057" y="5455462"/>
            <a:ext cx="1193927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Alt Text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888" y="5821484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Descriptive, keyword-appropriate alt text for all images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2888" y="6100357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2606" y="6170076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"Content marketing strategy workflow diagram"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3584" y="1080635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83584" y="1080635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40450" y="1220071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53742" y="1324649"/>
            <a:ext cx="122007" cy="139437"/>
          </a:xfrm>
          <a:custGeom>
            <a:avLst/>
            <a:gdLst/>
            <a:ahLst/>
            <a:cxnLst/>
            <a:rect l="l" t="t" r="r" b="b"/>
            <a:pathLst>
              <a:path w="122007" h="139437">
                <a:moveTo>
                  <a:pt x="43574" y="0"/>
                </a:moveTo>
                <a:lnTo>
                  <a:pt x="113292" y="0"/>
                </a:lnTo>
                <a:cubicBezTo>
                  <a:pt x="118113" y="0"/>
                  <a:pt x="122007" y="3894"/>
                  <a:pt x="122007" y="8715"/>
                </a:cubicBezTo>
                <a:cubicBezTo>
                  <a:pt x="122007" y="13535"/>
                  <a:pt x="118113" y="17430"/>
                  <a:pt x="113292" y="17430"/>
                </a:cubicBezTo>
                <a:lnTo>
                  <a:pt x="104578" y="17430"/>
                </a:lnTo>
                <a:lnTo>
                  <a:pt x="104578" y="130722"/>
                </a:lnTo>
                <a:cubicBezTo>
                  <a:pt x="104578" y="135542"/>
                  <a:pt x="100683" y="139437"/>
                  <a:pt x="95863" y="139437"/>
                </a:cubicBezTo>
                <a:cubicBezTo>
                  <a:pt x="91042" y="139437"/>
                  <a:pt x="87148" y="135542"/>
                  <a:pt x="87148" y="130722"/>
                </a:cubicBezTo>
                <a:lnTo>
                  <a:pt x="87148" y="17430"/>
                </a:lnTo>
                <a:lnTo>
                  <a:pt x="74076" y="17430"/>
                </a:lnTo>
                <a:lnTo>
                  <a:pt x="74076" y="130722"/>
                </a:lnTo>
                <a:cubicBezTo>
                  <a:pt x="74076" y="135542"/>
                  <a:pt x="70181" y="139437"/>
                  <a:pt x="65361" y="139437"/>
                </a:cubicBezTo>
                <a:cubicBezTo>
                  <a:pt x="60541" y="139437"/>
                  <a:pt x="56646" y="135542"/>
                  <a:pt x="56646" y="130722"/>
                </a:cubicBezTo>
                <a:lnTo>
                  <a:pt x="56646" y="87148"/>
                </a:lnTo>
                <a:lnTo>
                  <a:pt x="43574" y="87148"/>
                </a:lnTo>
                <a:cubicBezTo>
                  <a:pt x="19499" y="87148"/>
                  <a:pt x="0" y="67649"/>
                  <a:pt x="0" y="43574"/>
                </a:cubicBezTo>
                <a:cubicBezTo>
                  <a:pt x="0" y="19499"/>
                  <a:pt x="19499" y="0"/>
                  <a:pt x="435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93619" y="1272360"/>
            <a:ext cx="2082836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Conclusion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0450" y="1638382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keyword use in opening and closing paragraphs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0450" y="1917255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0168" y="1986974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within first 100 words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3584" y="2475002"/>
            <a:ext cx="5664618" cy="1289790"/>
          </a:xfrm>
          <a:custGeom>
            <a:avLst/>
            <a:gdLst/>
            <a:ahLst/>
            <a:cxnLst/>
            <a:rect l="l" t="t" r="r" b="b"/>
            <a:pathLst>
              <a:path w="5664618" h="1289790">
                <a:moveTo>
                  <a:pt x="34859" y="0"/>
                </a:moveTo>
                <a:lnTo>
                  <a:pt x="5594904" y="0"/>
                </a:lnTo>
                <a:cubicBezTo>
                  <a:pt x="5633406" y="0"/>
                  <a:pt x="5664618" y="31212"/>
                  <a:pt x="5664618" y="69713"/>
                </a:cubicBezTo>
                <a:lnTo>
                  <a:pt x="5664618" y="1220077"/>
                </a:lnTo>
                <a:cubicBezTo>
                  <a:pt x="5664618" y="1258578"/>
                  <a:pt x="5633406" y="1289790"/>
                  <a:pt x="5594904" y="1289790"/>
                </a:cubicBez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83584" y="2475002"/>
            <a:ext cx="34859" cy="1289790"/>
          </a:xfrm>
          <a:custGeom>
            <a:avLst/>
            <a:gdLst/>
            <a:ahLst/>
            <a:cxnLst/>
            <a:rect l="l" t="t" r="r" b="b"/>
            <a:pathLst>
              <a:path w="34859" h="1289790">
                <a:moveTo>
                  <a:pt x="34859" y="0"/>
                </a:moveTo>
                <a:lnTo>
                  <a:pt x="34859" y="0"/>
                </a:lnTo>
                <a:lnTo>
                  <a:pt x="34859" y="1289790"/>
                </a:lnTo>
                <a:lnTo>
                  <a:pt x="34859" y="1289790"/>
                </a:lnTo>
                <a:cubicBezTo>
                  <a:pt x="15607" y="1289790"/>
                  <a:pt x="0" y="1274183"/>
                  <a:pt x="0" y="1254931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40450" y="2614439"/>
            <a:ext cx="348592" cy="348592"/>
          </a:xfrm>
          <a:custGeom>
            <a:avLst/>
            <a:gdLst/>
            <a:ahLst/>
            <a:cxnLst/>
            <a:rect l="l" t="t" r="r" b="b"/>
            <a:pathLst>
              <a:path w="348592" h="348592">
                <a:moveTo>
                  <a:pt x="174296" y="0"/>
                </a:moveTo>
                <a:lnTo>
                  <a:pt x="174296" y="0"/>
                </a:lnTo>
                <a:cubicBezTo>
                  <a:pt x="270492" y="0"/>
                  <a:pt x="348592" y="78099"/>
                  <a:pt x="348592" y="174296"/>
                </a:cubicBezTo>
                <a:lnTo>
                  <a:pt x="348592" y="174296"/>
                </a:lnTo>
                <a:cubicBezTo>
                  <a:pt x="348592" y="270492"/>
                  <a:pt x="270492" y="348592"/>
                  <a:pt x="174296" y="348592"/>
                </a:cubicBezTo>
                <a:lnTo>
                  <a:pt x="174296" y="348592"/>
                </a:lnTo>
                <a:cubicBezTo>
                  <a:pt x="78099" y="348592"/>
                  <a:pt x="0" y="270492"/>
                  <a:pt x="0" y="174296"/>
                </a:cubicBezTo>
                <a:lnTo>
                  <a:pt x="0" y="174296"/>
                </a:lnTo>
                <a:cubicBezTo>
                  <a:pt x="0" y="78099"/>
                  <a:pt x="78099" y="0"/>
                  <a:pt x="174296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45027" y="2719016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10893" y="13072"/>
                </a:moveTo>
                <a:cubicBezTo>
                  <a:pt x="7271" y="13072"/>
                  <a:pt x="4357" y="15986"/>
                  <a:pt x="4357" y="19608"/>
                </a:cubicBezTo>
                <a:lnTo>
                  <a:pt x="4357" y="32680"/>
                </a:lnTo>
                <a:cubicBezTo>
                  <a:pt x="4357" y="36303"/>
                  <a:pt x="7271" y="39217"/>
                  <a:pt x="10893" y="39217"/>
                </a:cubicBezTo>
                <a:lnTo>
                  <a:pt x="23966" y="39217"/>
                </a:lnTo>
                <a:cubicBezTo>
                  <a:pt x="27588" y="39217"/>
                  <a:pt x="30502" y="36303"/>
                  <a:pt x="30502" y="32680"/>
                </a:cubicBezTo>
                <a:lnTo>
                  <a:pt x="30502" y="19608"/>
                </a:lnTo>
                <a:cubicBezTo>
                  <a:pt x="30502" y="15986"/>
                  <a:pt x="27588" y="13072"/>
                  <a:pt x="23966" y="13072"/>
                </a:cubicBezTo>
                <a:lnTo>
                  <a:pt x="10893" y="13072"/>
                </a:lnTo>
                <a:close/>
                <a:moveTo>
                  <a:pt x="52289" y="17430"/>
                </a:moveTo>
                <a:cubicBezTo>
                  <a:pt x="47468" y="17430"/>
                  <a:pt x="43574" y="21324"/>
                  <a:pt x="43574" y="26144"/>
                </a:cubicBezTo>
                <a:cubicBezTo>
                  <a:pt x="43574" y="30965"/>
                  <a:pt x="47468" y="34859"/>
                  <a:pt x="52289" y="34859"/>
                </a:cubicBezTo>
                <a:lnTo>
                  <a:pt x="130722" y="34859"/>
                </a:lnTo>
                <a:cubicBezTo>
                  <a:pt x="135542" y="34859"/>
                  <a:pt x="139437" y="30965"/>
                  <a:pt x="139437" y="26144"/>
                </a:cubicBezTo>
                <a:cubicBezTo>
                  <a:pt x="139437" y="21324"/>
                  <a:pt x="135542" y="17430"/>
                  <a:pt x="130722" y="17430"/>
                </a:cubicBezTo>
                <a:lnTo>
                  <a:pt x="52289" y="17430"/>
                </a:lnTo>
                <a:close/>
                <a:moveTo>
                  <a:pt x="52289" y="61004"/>
                </a:moveTo>
                <a:cubicBezTo>
                  <a:pt x="47468" y="61004"/>
                  <a:pt x="43574" y="64898"/>
                  <a:pt x="43574" y="69718"/>
                </a:cubicBezTo>
                <a:cubicBezTo>
                  <a:pt x="43574" y="74539"/>
                  <a:pt x="47468" y="78433"/>
                  <a:pt x="52289" y="78433"/>
                </a:cubicBezTo>
                <a:lnTo>
                  <a:pt x="130722" y="78433"/>
                </a:lnTo>
                <a:cubicBezTo>
                  <a:pt x="135542" y="78433"/>
                  <a:pt x="139437" y="74539"/>
                  <a:pt x="139437" y="69718"/>
                </a:cubicBezTo>
                <a:cubicBezTo>
                  <a:pt x="139437" y="64898"/>
                  <a:pt x="135542" y="61004"/>
                  <a:pt x="130722" y="61004"/>
                </a:cubicBezTo>
                <a:lnTo>
                  <a:pt x="52289" y="61004"/>
                </a:lnTo>
                <a:close/>
                <a:moveTo>
                  <a:pt x="52289" y="104578"/>
                </a:moveTo>
                <a:cubicBezTo>
                  <a:pt x="47468" y="104578"/>
                  <a:pt x="43574" y="108472"/>
                  <a:pt x="43574" y="113292"/>
                </a:cubicBezTo>
                <a:cubicBezTo>
                  <a:pt x="43574" y="118113"/>
                  <a:pt x="47468" y="122007"/>
                  <a:pt x="52289" y="122007"/>
                </a:cubicBezTo>
                <a:lnTo>
                  <a:pt x="130722" y="122007"/>
                </a:lnTo>
                <a:cubicBezTo>
                  <a:pt x="135542" y="122007"/>
                  <a:pt x="139437" y="118113"/>
                  <a:pt x="139437" y="113292"/>
                </a:cubicBezTo>
                <a:cubicBezTo>
                  <a:pt x="139437" y="108472"/>
                  <a:pt x="135542" y="104578"/>
                  <a:pt x="130722" y="104578"/>
                </a:cubicBezTo>
                <a:lnTo>
                  <a:pt x="52289" y="104578"/>
                </a:lnTo>
                <a:close/>
                <a:moveTo>
                  <a:pt x="4357" y="63182"/>
                </a:moveTo>
                <a:lnTo>
                  <a:pt x="4357" y="76254"/>
                </a:lnTo>
                <a:cubicBezTo>
                  <a:pt x="4357" y="79877"/>
                  <a:pt x="7271" y="82791"/>
                  <a:pt x="10893" y="82791"/>
                </a:cubicBezTo>
                <a:lnTo>
                  <a:pt x="23966" y="82791"/>
                </a:lnTo>
                <a:cubicBezTo>
                  <a:pt x="27588" y="82791"/>
                  <a:pt x="30502" y="79877"/>
                  <a:pt x="30502" y="76254"/>
                </a:cubicBezTo>
                <a:lnTo>
                  <a:pt x="30502" y="63182"/>
                </a:lnTo>
                <a:cubicBezTo>
                  <a:pt x="30502" y="59560"/>
                  <a:pt x="27588" y="56646"/>
                  <a:pt x="23966" y="56646"/>
                </a:cubicBezTo>
                <a:lnTo>
                  <a:pt x="10893" y="56646"/>
                </a:lnTo>
                <a:cubicBezTo>
                  <a:pt x="7271" y="56646"/>
                  <a:pt x="4357" y="59560"/>
                  <a:pt x="4357" y="63182"/>
                </a:cubicBezTo>
                <a:close/>
                <a:moveTo>
                  <a:pt x="10893" y="100220"/>
                </a:moveTo>
                <a:cubicBezTo>
                  <a:pt x="7271" y="100220"/>
                  <a:pt x="4357" y="103134"/>
                  <a:pt x="4357" y="106756"/>
                </a:cubicBezTo>
                <a:lnTo>
                  <a:pt x="4357" y="119828"/>
                </a:lnTo>
                <a:cubicBezTo>
                  <a:pt x="4357" y="123451"/>
                  <a:pt x="7271" y="126365"/>
                  <a:pt x="10893" y="126365"/>
                </a:cubicBezTo>
                <a:lnTo>
                  <a:pt x="23966" y="126365"/>
                </a:lnTo>
                <a:cubicBezTo>
                  <a:pt x="27588" y="126365"/>
                  <a:pt x="30502" y="123451"/>
                  <a:pt x="30502" y="119828"/>
                </a:cubicBezTo>
                <a:lnTo>
                  <a:pt x="30502" y="106756"/>
                </a:lnTo>
                <a:cubicBezTo>
                  <a:pt x="30502" y="103134"/>
                  <a:pt x="27588" y="100220"/>
                  <a:pt x="23966" y="100220"/>
                </a:cubicBezTo>
                <a:lnTo>
                  <a:pt x="10893" y="100220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93619" y="2666728"/>
            <a:ext cx="1708100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Headers (H1, H2, H3)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40450" y="3032749"/>
            <a:ext cx="543803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keywords in subheadings for structure and SEO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0450" y="3311623"/>
            <a:ext cx="5368315" cy="313733"/>
          </a:xfrm>
          <a:custGeom>
            <a:avLst/>
            <a:gdLst/>
            <a:ahLst/>
            <a:cxnLst/>
            <a:rect l="l" t="t" r="r" b="b"/>
            <a:pathLst>
              <a:path w="5368315" h="313733">
                <a:moveTo>
                  <a:pt x="34859" y="0"/>
                </a:moveTo>
                <a:lnTo>
                  <a:pt x="5333456" y="0"/>
                </a:lnTo>
                <a:cubicBezTo>
                  <a:pt x="5352708" y="0"/>
                  <a:pt x="5368315" y="15607"/>
                  <a:pt x="5368315" y="34859"/>
                </a:cubicBezTo>
                <a:lnTo>
                  <a:pt x="5368315" y="278874"/>
                </a:lnTo>
                <a:cubicBezTo>
                  <a:pt x="5368315" y="298126"/>
                  <a:pt x="5352708" y="313733"/>
                  <a:pt x="5333456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10168" y="3381341"/>
            <a:ext cx="528988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H1, multiple H2s and H3s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9640" y="3872855"/>
            <a:ext cx="5671589" cy="1819649"/>
          </a:xfrm>
          <a:custGeom>
            <a:avLst/>
            <a:gdLst/>
            <a:ahLst/>
            <a:cxnLst/>
            <a:rect l="l" t="t" r="r" b="b"/>
            <a:pathLst>
              <a:path w="5671589" h="1819649">
                <a:moveTo>
                  <a:pt x="69711" y="0"/>
                </a:moveTo>
                <a:lnTo>
                  <a:pt x="5601879" y="0"/>
                </a:lnTo>
                <a:cubicBezTo>
                  <a:pt x="5640379" y="0"/>
                  <a:pt x="5671589" y="31211"/>
                  <a:pt x="5671589" y="69711"/>
                </a:cubicBezTo>
                <a:lnTo>
                  <a:pt x="5671589" y="1749939"/>
                </a:lnTo>
                <a:cubicBezTo>
                  <a:pt x="5671589" y="1788439"/>
                  <a:pt x="5640379" y="1819649"/>
                  <a:pt x="5601879" y="1819649"/>
                </a:cubicBezTo>
                <a:lnTo>
                  <a:pt x="69711" y="1819649"/>
                </a:lnTo>
                <a:cubicBezTo>
                  <a:pt x="31211" y="1819649"/>
                  <a:pt x="0" y="1788439"/>
                  <a:pt x="0" y="1749939"/>
                </a:cubicBezTo>
                <a:lnTo>
                  <a:pt x="0" y="69711"/>
                </a:lnTo>
                <a:cubicBezTo>
                  <a:pt x="0" y="31236"/>
                  <a:pt x="31236" y="0"/>
                  <a:pt x="6971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34350" y="4043665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87148" y="0"/>
                </a:moveTo>
                <a:cubicBezTo>
                  <a:pt x="92152" y="0"/>
                  <a:pt x="96748" y="2757"/>
                  <a:pt x="99131" y="7149"/>
                </a:cubicBezTo>
                <a:lnTo>
                  <a:pt x="172662" y="143318"/>
                </a:lnTo>
                <a:cubicBezTo>
                  <a:pt x="174943" y="147539"/>
                  <a:pt x="174841" y="152645"/>
                  <a:pt x="172390" y="156764"/>
                </a:cubicBezTo>
                <a:cubicBezTo>
                  <a:pt x="169939" y="160883"/>
                  <a:pt x="165479" y="163402"/>
                  <a:pt x="160679" y="163402"/>
                </a:cubicBezTo>
                <a:lnTo>
                  <a:pt x="13617" y="163402"/>
                </a:lnTo>
                <a:cubicBezTo>
                  <a:pt x="8817" y="163402"/>
                  <a:pt x="4391" y="160883"/>
                  <a:pt x="1906" y="156764"/>
                </a:cubicBezTo>
                <a:cubicBezTo>
                  <a:pt x="-579" y="152645"/>
                  <a:pt x="-647" y="147539"/>
                  <a:pt x="1634" y="143318"/>
                </a:cubicBezTo>
                <a:lnTo>
                  <a:pt x="75165" y="7149"/>
                </a:lnTo>
                <a:cubicBezTo>
                  <a:pt x="77548" y="2757"/>
                  <a:pt x="82144" y="0"/>
                  <a:pt x="87148" y="0"/>
                </a:cubicBezTo>
                <a:close/>
                <a:moveTo>
                  <a:pt x="87148" y="57191"/>
                </a:moveTo>
                <a:cubicBezTo>
                  <a:pt x="82620" y="57191"/>
                  <a:pt x="78978" y="60833"/>
                  <a:pt x="78978" y="65361"/>
                </a:cubicBezTo>
                <a:lnTo>
                  <a:pt x="78978" y="103488"/>
                </a:lnTo>
                <a:cubicBezTo>
                  <a:pt x="78978" y="108016"/>
                  <a:pt x="82620" y="111658"/>
                  <a:pt x="87148" y="111658"/>
                </a:cubicBezTo>
                <a:cubicBezTo>
                  <a:pt x="91676" y="111658"/>
                  <a:pt x="95318" y="108016"/>
                  <a:pt x="95318" y="103488"/>
                </a:cubicBezTo>
                <a:lnTo>
                  <a:pt x="95318" y="65361"/>
                </a:lnTo>
                <a:cubicBezTo>
                  <a:pt x="95318" y="60833"/>
                  <a:pt x="91676" y="57191"/>
                  <a:pt x="87148" y="57191"/>
                </a:cubicBezTo>
                <a:close/>
                <a:moveTo>
                  <a:pt x="96237" y="130722"/>
                </a:moveTo>
                <a:cubicBezTo>
                  <a:pt x="96444" y="127348"/>
                  <a:pt x="94761" y="124138"/>
                  <a:pt x="91869" y="122389"/>
                </a:cubicBezTo>
                <a:cubicBezTo>
                  <a:pt x="88977" y="120639"/>
                  <a:pt x="85353" y="120639"/>
                  <a:pt x="82461" y="122389"/>
                </a:cubicBezTo>
                <a:cubicBezTo>
                  <a:pt x="79568" y="124138"/>
                  <a:pt x="77886" y="127348"/>
                  <a:pt x="78093" y="130722"/>
                </a:cubicBezTo>
                <a:cubicBezTo>
                  <a:pt x="77886" y="134096"/>
                  <a:pt x="79568" y="137306"/>
                  <a:pt x="82461" y="139055"/>
                </a:cubicBezTo>
                <a:cubicBezTo>
                  <a:pt x="85353" y="140805"/>
                  <a:pt x="88977" y="140805"/>
                  <a:pt x="91869" y="139055"/>
                </a:cubicBezTo>
                <a:cubicBezTo>
                  <a:pt x="94761" y="137306"/>
                  <a:pt x="96444" y="134096"/>
                  <a:pt x="96237" y="13072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78274" y="4015776"/>
            <a:ext cx="5207181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Keyword Stuffing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12563" y="4364368"/>
            <a:ext cx="5455462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always wins. Write for humans first, search engines second.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2563" y="4678101"/>
            <a:ext cx="5385744" cy="313733"/>
          </a:xfrm>
          <a:custGeom>
            <a:avLst/>
            <a:gdLst/>
            <a:ahLst/>
            <a:cxnLst/>
            <a:rect l="l" t="t" r="r" b="b"/>
            <a:pathLst>
              <a:path w="5385744" h="313733">
                <a:moveTo>
                  <a:pt x="34859" y="0"/>
                </a:moveTo>
                <a:lnTo>
                  <a:pt x="5350885" y="0"/>
                </a:lnTo>
                <a:cubicBezTo>
                  <a:pt x="5370137" y="0"/>
                  <a:pt x="5385744" y="15607"/>
                  <a:pt x="5385744" y="34859"/>
                </a:cubicBezTo>
                <a:lnTo>
                  <a:pt x="5385744" y="278874"/>
                </a:lnTo>
                <a:cubicBezTo>
                  <a:pt x="5385744" y="298126"/>
                  <a:pt x="5370137" y="313733"/>
                  <a:pt x="5350885" y="313733"/>
                </a:cubicBezTo>
                <a:lnTo>
                  <a:pt x="34859" y="313733"/>
                </a:lnTo>
                <a:cubicBezTo>
                  <a:pt x="15607" y="313733"/>
                  <a:pt x="0" y="298126"/>
                  <a:pt x="0" y="27887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82281" y="4747819"/>
            <a:ext cx="530731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"Our content marketing strategy content marketing helps with content marketing..."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2563" y="5061552"/>
            <a:ext cx="5385744" cy="488029"/>
          </a:xfrm>
          <a:custGeom>
            <a:avLst/>
            <a:gdLst/>
            <a:ahLst/>
            <a:cxnLst/>
            <a:rect l="l" t="t" r="r" b="b"/>
            <a:pathLst>
              <a:path w="5385744" h="488029">
                <a:moveTo>
                  <a:pt x="34860" y="0"/>
                </a:moveTo>
                <a:lnTo>
                  <a:pt x="5350884" y="0"/>
                </a:lnTo>
                <a:cubicBezTo>
                  <a:pt x="5370137" y="0"/>
                  <a:pt x="5385744" y="15607"/>
                  <a:pt x="5385744" y="34860"/>
                </a:cubicBezTo>
                <a:lnTo>
                  <a:pt x="5385744" y="453169"/>
                </a:lnTo>
                <a:cubicBezTo>
                  <a:pt x="5385744" y="472421"/>
                  <a:pt x="5370137" y="488029"/>
                  <a:pt x="5350884" y="488029"/>
                </a:cubicBezTo>
                <a:lnTo>
                  <a:pt x="34860" y="488029"/>
                </a:lnTo>
                <a:cubicBezTo>
                  <a:pt x="15607" y="488029"/>
                  <a:pt x="0" y="472421"/>
                  <a:pt x="0" y="453169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2281" y="5131270"/>
            <a:ext cx="5307311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r>
              <a:rPr lang="en-US" sz="96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"Our content marketing strategy helps businesses grow through valuable, engaging content..."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69640" y="5804059"/>
            <a:ext cx="5671589" cy="1052747"/>
          </a:xfrm>
          <a:custGeom>
            <a:avLst/>
            <a:gdLst/>
            <a:ahLst/>
            <a:cxnLst/>
            <a:rect l="l" t="t" r="r" b="b"/>
            <a:pathLst>
              <a:path w="5671589" h="1052747">
                <a:moveTo>
                  <a:pt x="69723" y="0"/>
                </a:moveTo>
                <a:lnTo>
                  <a:pt x="5601866" y="0"/>
                </a:lnTo>
                <a:cubicBezTo>
                  <a:pt x="5640373" y="0"/>
                  <a:pt x="5671589" y="31216"/>
                  <a:pt x="5671589" y="69723"/>
                </a:cubicBezTo>
                <a:lnTo>
                  <a:pt x="5671589" y="983024"/>
                </a:lnTo>
                <a:cubicBezTo>
                  <a:pt x="5671589" y="1021531"/>
                  <a:pt x="5640373" y="1052747"/>
                  <a:pt x="5601866" y="1052747"/>
                </a:cubicBezTo>
                <a:lnTo>
                  <a:pt x="69723" y="1052747"/>
                </a:lnTo>
                <a:cubicBezTo>
                  <a:pt x="31242" y="1052747"/>
                  <a:pt x="0" y="1021505"/>
                  <a:pt x="0" y="983024"/>
                </a:cubicBezTo>
                <a:lnTo>
                  <a:pt x="0" y="69723"/>
                </a:lnTo>
                <a:cubicBezTo>
                  <a:pt x="0" y="31216"/>
                  <a:pt x="31216" y="0"/>
                  <a:pt x="697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99491" y="5953951"/>
            <a:ext cx="156866" cy="156866"/>
          </a:xfrm>
          <a:custGeom>
            <a:avLst/>
            <a:gdLst/>
            <a:ahLst/>
            <a:cxnLst/>
            <a:rect l="l" t="t" r="r" b="b"/>
            <a:pathLst>
              <a:path w="156866" h="156866">
                <a:moveTo>
                  <a:pt x="102944" y="107846"/>
                </a:moveTo>
                <a:cubicBezTo>
                  <a:pt x="132724" y="107846"/>
                  <a:pt x="156866" y="83703"/>
                  <a:pt x="156866" y="53923"/>
                </a:cubicBezTo>
                <a:cubicBezTo>
                  <a:pt x="156866" y="24143"/>
                  <a:pt x="132724" y="0"/>
                  <a:pt x="102944" y="0"/>
                </a:cubicBezTo>
                <a:cubicBezTo>
                  <a:pt x="73163" y="0"/>
                  <a:pt x="49021" y="24143"/>
                  <a:pt x="49021" y="53923"/>
                </a:cubicBezTo>
                <a:cubicBezTo>
                  <a:pt x="49021" y="59652"/>
                  <a:pt x="49909" y="65198"/>
                  <a:pt x="51564" y="70375"/>
                </a:cubicBezTo>
                <a:lnTo>
                  <a:pt x="2145" y="119794"/>
                </a:lnTo>
                <a:cubicBezTo>
                  <a:pt x="766" y="121173"/>
                  <a:pt x="0" y="123042"/>
                  <a:pt x="0" y="125003"/>
                </a:cubicBezTo>
                <a:lnTo>
                  <a:pt x="0" y="149513"/>
                </a:lnTo>
                <a:cubicBezTo>
                  <a:pt x="0" y="153588"/>
                  <a:pt x="3278" y="156866"/>
                  <a:pt x="7353" y="156866"/>
                </a:cubicBezTo>
                <a:lnTo>
                  <a:pt x="31863" y="156866"/>
                </a:lnTo>
                <a:cubicBezTo>
                  <a:pt x="35938" y="156866"/>
                  <a:pt x="39217" y="153588"/>
                  <a:pt x="39217" y="149513"/>
                </a:cubicBezTo>
                <a:lnTo>
                  <a:pt x="39217" y="137258"/>
                </a:lnTo>
                <a:lnTo>
                  <a:pt x="51472" y="137258"/>
                </a:lnTo>
                <a:cubicBezTo>
                  <a:pt x="55547" y="137258"/>
                  <a:pt x="58825" y="133980"/>
                  <a:pt x="58825" y="129905"/>
                </a:cubicBezTo>
                <a:lnTo>
                  <a:pt x="58825" y="117650"/>
                </a:lnTo>
                <a:lnTo>
                  <a:pt x="71080" y="117650"/>
                </a:lnTo>
                <a:cubicBezTo>
                  <a:pt x="73041" y="117650"/>
                  <a:pt x="74910" y="116884"/>
                  <a:pt x="76289" y="115505"/>
                </a:cubicBezTo>
                <a:lnTo>
                  <a:pt x="86491" y="105303"/>
                </a:lnTo>
                <a:cubicBezTo>
                  <a:pt x="91669" y="106957"/>
                  <a:pt x="97214" y="107846"/>
                  <a:pt x="102944" y="107846"/>
                </a:cubicBezTo>
                <a:close/>
                <a:moveTo>
                  <a:pt x="115199" y="29412"/>
                </a:moveTo>
                <a:cubicBezTo>
                  <a:pt x="121963" y="29412"/>
                  <a:pt x="127454" y="34904"/>
                  <a:pt x="127454" y="41668"/>
                </a:cubicBezTo>
                <a:cubicBezTo>
                  <a:pt x="127454" y="48431"/>
                  <a:pt x="121963" y="53923"/>
                  <a:pt x="115199" y="53923"/>
                </a:cubicBezTo>
                <a:cubicBezTo>
                  <a:pt x="108435" y="53923"/>
                  <a:pt x="102944" y="48431"/>
                  <a:pt x="102944" y="41668"/>
                </a:cubicBezTo>
                <a:cubicBezTo>
                  <a:pt x="102944" y="34904"/>
                  <a:pt x="108435" y="29412"/>
                  <a:pt x="115199" y="2941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25985" y="5912121"/>
            <a:ext cx="528561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Long-Tail vs Short-Tail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42845" y="6225854"/>
            <a:ext cx="276259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Short-Tail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47202" y="6435009"/>
            <a:ext cx="2753876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"Marketing"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251559" y="6609305"/>
            <a:ext cx="2745161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volume, high competition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05218" y="6225854"/>
            <a:ext cx="276259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Long-Tail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09575" y="6435009"/>
            <a:ext cx="2753876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"B2B content marketing strategy"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13932" y="6609305"/>
            <a:ext cx="2745161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volume, higher intent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b88ab4968feecd86aa66e7d20128c8fa87c842b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0" r="18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598418"/>
            <a:ext cx="47148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Content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41518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Artificial Intelligence Responsibly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Content Marketing: The New Reality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7560945" cy="2560320"/>
          </a:xfrm>
          <a:custGeom>
            <a:avLst/>
            <a:gdLst/>
            <a:ahLst/>
            <a:cxnLst/>
            <a:rect l="l" t="t" r="r" b="b"/>
            <a:pathLst>
              <a:path w="7560945" h="2560320">
                <a:moveTo>
                  <a:pt x="76195" y="0"/>
                </a:moveTo>
                <a:lnTo>
                  <a:pt x="7484750" y="0"/>
                </a:lnTo>
                <a:cubicBezTo>
                  <a:pt x="7526831" y="0"/>
                  <a:pt x="7560945" y="34114"/>
                  <a:pt x="7560945" y="76195"/>
                </a:cubicBezTo>
                <a:lnTo>
                  <a:pt x="7560945" y="2484125"/>
                </a:lnTo>
                <a:cubicBezTo>
                  <a:pt x="7560945" y="2526206"/>
                  <a:pt x="7526831" y="2560320"/>
                  <a:pt x="7484750" y="2560320"/>
                </a:cubicBezTo>
                <a:lnTo>
                  <a:pt x="76195" y="2560320"/>
                </a:lnTo>
                <a:cubicBezTo>
                  <a:pt x="34114" y="2560320"/>
                  <a:pt x="0" y="2526206"/>
                  <a:pt x="0" y="2484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71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6295" y="1341118"/>
            <a:ext cx="704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Adoption Statistics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1020" y="1722118"/>
            <a:ext cx="3571875" cy="876300"/>
          </a:xfrm>
          <a:custGeom>
            <a:avLst/>
            <a:gdLst/>
            <a:ahLst/>
            <a:cxnLst/>
            <a:rect l="l" t="t" r="r" b="b"/>
            <a:pathLst>
              <a:path w="3571875" h="876300">
                <a:moveTo>
                  <a:pt x="76203" y="0"/>
                </a:moveTo>
                <a:lnTo>
                  <a:pt x="3495672" y="0"/>
                </a:lnTo>
                <a:cubicBezTo>
                  <a:pt x="3537758" y="0"/>
                  <a:pt x="3571875" y="34117"/>
                  <a:pt x="3571875" y="76203"/>
                </a:cubicBezTo>
                <a:lnTo>
                  <a:pt x="3571875" y="800097"/>
                </a:lnTo>
                <a:cubicBezTo>
                  <a:pt x="3571875" y="842183"/>
                  <a:pt x="3537758" y="876300"/>
                  <a:pt x="34956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9595" y="1836418"/>
            <a:ext cx="3514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255518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marketers using 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22671" y="1722118"/>
            <a:ext cx="3571875" cy="876300"/>
          </a:xfrm>
          <a:custGeom>
            <a:avLst/>
            <a:gdLst/>
            <a:ahLst/>
            <a:cxnLst/>
            <a:rect l="l" t="t" r="r" b="b"/>
            <a:pathLst>
              <a:path w="3571875" h="876300">
                <a:moveTo>
                  <a:pt x="76203" y="0"/>
                </a:moveTo>
                <a:lnTo>
                  <a:pt x="3495672" y="0"/>
                </a:lnTo>
                <a:cubicBezTo>
                  <a:pt x="3537758" y="0"/>
                  <a:pt x="3571875" y="34117"/>
                  <a:pt x="3571875" y="76203"/>
                </a:cubicBezTo>
                <a:lnTo>
                  <a:pt x="3571875" y="800097"/>
                </a:lnTo>
                <a:cubicBezTo>
                  <a:pt x="3571875" y="842183"/>
                  <a:pt x="3537758" y="876300"/>
                  <a:pt x="34956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246" y="1836418"/>
            <a:ext cx="3514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8871" y="2255518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in digital strategies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1020" y="2712718"/>
            <a:ext cx="3571875" cy="876300"/>
          </a:xfrm>
          <a:custGeom>
            <a:avLst/>
            <a:gdLst/>
            <a:ahLst/>
            <a:cxnLst/>
            <a:rect l="l" t="t" r="r" b="b"/>
            <a:pathLst>
              <a:path w="3571875" h="876300">
                <a:moveTo>
                  <a:pt x="76203" y="0"/>
                </a:moveTo>
                <a:lnTo>
                  <a:pt x="3495672" y="0"/>
                </a:lnTo>
                <a:cubicBezTo>
                  <a:pt x="3537758" y="0"/>
                  <a:pt x="3571875" y="34117"/>
                  <a:pt x="3571875" y="76203"/>
                </a:cubicBezTo>
                <a:lnTo>
                  <a:pt x="3571875" y="800097"/>
                </a:lnTo>
                <a:cubicBezTo>
                  <a:pt x="3571875" y="842183"/>
                  <a:pt x="3537758" y="876300"/>
                  <a:pt x="34956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9595" y="2827018"/>
            <a:ext cx="3514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" y="3246118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reorganized teams for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2671" y="2712718"/>
            <a:ext cx="3571875" cy="876300"/>
          </a:xfrm>
          <a:custGeom>
            <a:avLst/>
            <a:gdLst/>
            <a:ahLst/>
            <a:cxnLst/>
            <a:rect l="l" t="t" r="r" b="b"/>
            <a:pathLst>
              <a:path w="3571875" h="876300">
                <a:moveTo>
                  <a:pt x="76203" y="0"/>
                </a:moveTo>
                <a:lnTo>
                  <a:pt x="3495672" y="0"/>
                </a:lnTo>
                <a:cubicBezTo>
                  <a:pt x="3537758" y="0"/>
                  <a:pt x="3571875" y="34117"/>
                  <a:pt x="3571875" y="76203"/>
                </a:cubicBezTo>
                <a:lnTo>
                  <a:pt x="3571875" y="800097"/>
                </a:lnTo>
                <a:cubicBezTo>
                  <a:pt x="3571875" y="842183"/>
                  <a:pt x="3537758" y="876300"/>
                  <a:pt x="34956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51246" y="2827018"/>
            <a:ext cx="3514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8871" y="3246118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complex AI prompts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3867156"/>
            <a:ext cx="7560945" cy="2141220"/>
          </a:xfrm>
          <a:custGeom>
            <a:avLst/>
            <a:gdLst/>
            <a:ahLst/>
            <a:cxnLst/>
            <a:rect l="l" t="t" r="r" b="b"/>
            <a:pathLst>
              <a:path w="7560945" h="2141220">
                <a:moveTo>
                  <a:pt x="76206" y="0"/>
                </a:moveTo>
                <a:lnTo>
                  <a:pt x="7484739" y="0"/>
                </a:lnTo>
                <a:cubicBezTo>
                  <a:pt x="7526826" y="0"/>
                  <a:pt x="7560945" y="34119"/>
                  <a:pt x="7560945" y="76206"/>
                </a:cubicBezTo>
                <a:lnTo>
                  <a:pt x="7560945" y="2065014"/>
                </a:lnTo>
                <a:cubicBezTo>
                  <a:pt x="7560945" y="2107101"/>
                  <a:pt x="7526826" y="2141220"/>
                  <a:pt x="7484739" y="2141220"/>
                </a:cubicBezTo>
                <a:lnTo>
                  <a:pt x="76206" y="2141220"/>
                </a:lnTo>
                <a:cubicBezTo>
                  <a:pt x="34119" y="2141220"/>
                  <a:pt x="0" y="2107101"/>
                  <a:pt x="0" y="20650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1020" y="405384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295" y="4023364"/>
            <a:ext cx="704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Marketers Use 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1020" y="44043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6270" y="448056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4472946"/>
            <a:ext cx="170604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Brainstorming &amp; Ideation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627352" y="4472946"/>
            <a:ext cx="253365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Topic generation, creative prompts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1020" y="47853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" y="48615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5043" y="6310"/>
                </a:moveTo>
                <a:lnTo>
                  <a:pt x="91678" y="19675"/>
                </a:lnTo>
                <a:lnTo>
                  <a:pt x="132725" y="60722"/>
                </a:lnTo>
                <a:lnTo>
                  <a:pt x="146090" y="47357"/>
                </a:lnTo>
                <a:cubicBezTo>
                  <a:pt x="150138" y="43339"/>
                  <a:pt x="152400" y="37862"/>
                  <a:pt x="152400" y="32147"/>
                </a:cubicBezTo>
                <a:cubicBezTo>
                  <a:pt x="152400" y="26432"/>
                  <a:pt x="150138" y="20955"/>
                  <a:pt x="146090" y="16937"/>
                </a:cubicBezTo>
                <a:lnTo>
                  <a:pt x="135463" y="6310"/>
                </a:lnTo>
                <a:cubicBezTo>
                  <a:pt x="131445" y="2262"/>
                  <a:pt x="125968" y="0"/>
                  <a:pt x="120253" y="0"/>
                </a:cubicBezTo>
                <a:cubicBezTo>
                  <a:pt x="114538" y="0"/>
                  <a:pt x="109061" y="2262"/>
                  <a:pt x="105043" y="6310"/>
                </a:cubicBezTo>
                <a:close/>
                <a:moveTo>
                  <a:pt x="81588" y="29766"/>
                </a:moveTo>
                <a:lnTo>
                  <a:pt x="17532" y="93791"/>
                </a:lnTo>
                <a:cubicBezTo>
                  <a:pt x="14347" y="96976"/>
                  <a:pt x="12025" y="100965"/>
                  <a:pt x="10805" y="105311"/>
                </a:cubicBezTo>
                <a:lnTo>
                  <a:pt x="268" y="143351"/>
                </a:lnTo>
                <a:cubicBezTo>
                  <a:pt x="-417" y="145822"/>
                  <a:pt x="268" y="148501"/>
                  <a:pt x="2113" y="150316"/>
                </a:cubicBezTo>
                <a:cubicBezTo>
                  <a:pt x="3959" y="152132"/>
                  <a:pt x="6608" y="152846"/>
                  <a:pt x="9079" y="152162"/>
                </a:cubicBezTo>
                <a:lnTo>
                  <a:pt x="47119" y="141595"/>
                </a:lnTo>
                <a:cubicBezTo>
                  <a:pt x="51465" y="140375"/>
                  <a:pt x="55424" y="138083"/>
                  <a:pt x="58638" y="134868"/>
                </a:cubicBezTo>
                <a:lnTo>
                  <a:pt x="122634" y="70812"/>
                </a:lnTo>
                <a:lnTo>
                  <a:pt x="81588" y="29766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4853946"/>
            <a:ext cx="7884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Drafts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09738" y="4853946"/>
            <a:ext cx="27206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Outlines, introductions, rough content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1020" y="51663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" y="52425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375" y="6459"/>
                </a:moveTo>
                <a:cubicBezTo>
                  <a:pt x="133856" y="-60"/>
                  <a:pt x="123319" y="-60"/>
                  <a:pt x="116800" y="6459"/>
                </a:cubicBezTo>
                <a:lnTo>
                  <a:pt x="109537" y="13722"/>
                </a:lnTo>
                <a:lnTo>
                  <a:pt x="138678" y="42863"/>
                </a:lnTo>
                <a:lnTo>
                  <a:pt x="145941" y="35600"/>
                </a:lnTo>
                <a:cubicBezTo>
                  <a:pt x="152460" y="29081"/>
                  <a:pt x="152460" y="18544"/>
                  <a:pt x="145941" y="12025"/>
                </a:cubicBezTo>
                <a:lnTo>
                  <a:pt x="140375" y="6459"/>
                </a:lnTo>
                <a:close/>
                <a:moveTo>
                  <a:pt x="51316" y="71944"/>
                </a:moveTo>
                <a:cubicBezTo>
                  <a:pt x="49500" y="73759"/>
                  <a:pt x="48101" y="75992"/>
                  <a:pt x="47298" y="78462"/>
                </a:cubicBezTo>
                <a:lnTo>
                  <a:pt x="38487" y="104894"/>
                </a:lnTo>
                <a:cubicBezTo>
                  <a:pt x="37624" y="107454"/>
                  <a:pt x="38308" y="110282"/>
                  <a:pt x="40213" y="112216"/>
                </a:cubicBezTo>
                <a:cubicBezTo>
                  <a:pt x="42118" y="114151"/>
                  <a:pt x="44946" y="114806"/>
                  <a:pt x="47536" y="113943"/>
                </a:cubicBezTo>
                <a:lnTo>
                  <a:pt x="73968" y="105132"/>
                </a:lnTo>
                <a:cubicBezTo>
                  <a:pt x="76408" y="104329"/>
                  <a:pt x="78641" y="102930"/>
                  <a:pt x="80486" y="101114"/>
                </a:cubicBezTo>
                <a:lnTo>
                  <a:pt x="128588" y="52953"/>
                </a:lnTo>
                <a:lnTo>
                  <a:pt x="99447" y="23813"/>
                </a:lnTo>
                <a:lnTo>
                  <a:pt x="51316" y="71944"/>
                </a:lnTo>
                <a:close/>
                <a:moveTo>
                  <a:pt x="28575" y="19050"/>
                </a:moveTo>
                <a:cubicBezTo>
                  <a:pt x="12799" y="19050"/>
                  <a:pt x="0" y="31849"/>
                  <a:pt x="0" y="47625"/>
                </a:cubicBezTo>
                <a:lnTo>
                  <a:pt x="0" y="123825"/>
                </a:lnTo>
                <a:cubicBezTo>
                  <a:pt x="0" y="139601"/>
                  <a:pt x="12799" y="152400"/>
                  <a:pt x="28575" y="152400"/>
                </a:cubicBezTo>
                <a:lnTo>
                  <a:pt x="104775" y="152400"/>
                </a:lnTo>
                <a:cubicBezTo>
                  <a:pt x="120551" y="152400"/>
                  <a:pt x="133350" y="139601"/>
                  <a:pt x="133350" y="123825"/>
                </a:cubicBezTo>
                <a:lnTo>
                  <a:pt x="133350" y="95250"/>
                </a:lnTo>
                <a:cubicBezTo>
                  <a:pt x="133350" y="89981"/>
                  <a:pt x="129094" y="85725"/>
                  <a:pt x="123825" y="85725"/>
                </a:cubicBezTo>
                <a:cubicBezTo>
                  <a:pt x="118556" y="85725"/>
                  <a:pt x="114300" y="89981"/>
                  <a:pt x="114300" y="95250"/>
                </a:cubicBezTo>
                <a:lnTo>
                  <a:pt x="114300" y="123825"/>
                </a:lnTo>
                <a:cubicBezTo>
                  <a:pt x="114300" y="129094"/>
                  <a:pt x="110044" y="133350"/>
                  <a:pt x="104775" y="133350"/>
                </a:cubicBezTo>
                <a:lnTo>
                  <a:pt x="28575" y="133350"/>
                </a:lnTo>
                <a:cubicBezTo>
                  <a:pt x="23306" y="133350"/>
                  <a:pt x="19050" y="129094"/>
                  <a:pt x="19050" y="123825"/>
                </a:cubicBezTo>
                <a:lnTo>
                  <a:pt x="19050" y="47625"/>
                </a:lnTo>
                <a:cubicBezTo>
                  <a:pt x="19050" y="42356"/>
                  <a:pt x="23306" y="38100"/>
                  <a:pt x="28575" y="38100"/>
                </a:cubicBezTo>
                <a:lnTo>
                  <a:pt x="57150" y="38100"/>
                </a:lnTo>
                <a:cubicBezTo>
                  <a:pt x="62419" y="38100"/>
                  <a:pt x="66675" y="33844"/>
                  <a:pt x="66675" y="28575"/>
                </a:cubicBezTo>
                <a:cubicBezTo>
                  <a:pt x="66675" y="23306"/>
                  <a:pt x="62419" y="19050"/>
                  <a:pt x="57150" y="19050"/>
                </a:cubicBezTo>
                <a:lnTo>
                  <a:pt x="28575" y="1905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5234946"/>
            <a:ext cx="154245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Editing &amp; Optimization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63760" y="5234946"/>
            <a:ext cx="197846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Grammar, readability, SEO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1020" y="55473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" y="56235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5333" y="17859"/>
                </a:moveTo>
                <a:cubicBezTo>
                  <a:pt x="59085" y="-5953"/>
                  <a:pt x="93464" y="-5953"/>
                  <a:pt x="107216" y="17859"/>
                </a:cubicBezTo>
                <a:lnTo>
                  <a:pt x="118318" y="37088"/>
                </a:lnTo>
                <a:lnTo>
                  <a:pt x="126563" y="32325"/>
                </a:lnTo>
                <a:cubicBezTo>
                  <a:pt x="129064" y="30867"/>
                  <a:pt x="132189" y="31075"/>
                  <a:pt x="134481" y="32831"/>
                </a:cubicBezTo>
                <a:cubicBezTo>
                  <a:pt x="136773" y="34588"/>
                  <a:pt x="137785" y="37564"/>
                  <a:pt x="137041" y="40362"/>
                </a:cubicBezTo>
                <a:lnTo>
                  <a:pt x="130046" y="66377"/>
                </a:lnTo>
                <a:cubicBezTo>
                  <a:pt x="129034" y="70187"/>
                  <a:pt x="125105" y="72450"/>
                  <a:pt x="121295" y="71438"/>
                </a:cubicBezTo>
                <a:lnTo>
                  <a:pt x="95280" y="64472"/>
                </a:lnTo>
                <a:cubicBezTo>
                  <a:pt x="92482" y="63728"/>
                  <a:pt x="90428" y="61377"/>
                  <a:pt x="90041" y="58519"/>
                </a:cubicBezTo>
                <a:cubicBezTo>
                  <a:pt x="89654" y="55662"/>
                  <a:pt x="91053" y="52834"/>
                  <a:pt x="93553" y="51405"/>
                </a:cubicBezTo>
                <a:lnTo>
                  <a:pt x="101798" y="46643"/>
                </a:lnTo>
                <a:lnTo>
                  <a:pt x="90696" y="27414"/>
                </a:lnTo>
                <a:cubicBezTo>
                  <a:pt x="84266" y="16312"/>
                  <a:pt x="68253" y="16312"/>
                  <a:pt x="61823" y="27414"/>
                </a:cubicBezTo>
                <a:lnTo>
                  <a:pt x="60246" y="30123"/>
                </a:lnTo>
                <a:cubicBezTo>
                  <a:pt x="57626" y="34677"/>
                  <a:pt x="51792" y="36225"/>
                  <a:pt x="47238" y="33605"/>
                </a:cubicBezTo>
                <a:cubicBezTo>
                  <a:pt x="42684" y="30986"/>
                  <a:pt x="41136" y="25152"/>
                  <a:pt x="43755" y="20568"/>
                </a:cubicBezTo>
                <a:lnTo>
                  <a:pt x="45333" y="17859"/>
                </a:lnTo>
                <a:close/>
                <a:moveTo>
                  <a:pt x="133856" y="83076"/>
                </a:moveTo>
                <a:cubicBezTo>
                  <a:pt x="138410" y="80456"/>
                  <a:pt x="144244" y="82004"/>
                  <a:pt x="146864" y="86558"/>
                </a:cubicBezTo>
                <a:lnTo>
                  <a:pt x="148441" y="89267"/>
                </a:lnTo>
                <a:cubicBezTo>
                  <a:pt x="162193" y="113080"/>
                  <a:pt x="145018" y="142845"/>
                  <a:pt x="117515" y="142845"/>
                </a:cubicBezTo>
                <a:lnTo>
                  <a:pt x="95310" y="142845"/>
                </a:lnTo>
                <a:lnTo>
                  <a:pt x="95310" y="152370"/>
                </a:lnTo>
                <a:cubicBezTo>
                  <a:pt x="95310" y="155258"/>
                  <a:pt x="93583" y="157877"/>
                  <a:pt x="90904" y="158978"/>
                </a:cubicBezTo>
                <a:cubicBezTo>
                  <a:pt x="88225" y="160080"/>
                  <a:pt x="85159" y="159484"/>
                  <a:pt x="83106" y="157430"/>
                </a:cubicBezTo>
                <a:lnTo>
                  <a:pt x="64056" y="138380"/>
                </a:lnTo>
                <a:cubicBezTo>
                  <a:pt x="61258" y="135582"/>
                  <a:pt x="61258" y="131058"/>
                  <a:pt x="64056" y="128290"/>
                </a:cubicBezTo>
                <a:lnTo>
                  <a:pt x="83106" y="109240"/>
                </a:lnTo>
                <a:cubicBezTo>
                  <a:pt x="85159" y="107186"/>
                  <a:pt x="88225" y="106591"/>
                  <a:pt x="90904" y="107692"/>
                </a:cubicBezTo>
                <a:cubicBezTo>
                  <a:pt x="93583" y="108793"/>
                  <a:pt x="95310" y="111413"/>
                  <a:pt x="95310" y="114300"/>
                </a:cubicBezTo>
                <a:lnTo>
                  <a:pt x="95310" y="123825"/>
                </a:lnTo>
                <a:lnTo>
                  <a:pt x="117515" y="123825"/>
                </a:lnTo>
                <a:cubicBezTo>
                  <a:pt x="130344" y="123825"/>
                  <a:pt x="138380" y="109924"/>
                  <a:pt x="131951" y="98822"/>
                </a:cubicBezTo>
                <a:lnTo>
                  <a:pt x="130373" y="96113"/>
                </a:lnTo>
                <a:cubicBezTo>
                  <a:pt x="127754" y="91559"/>
                  <a:pt x="129302" y="85725"/>
                  <a:pt x="133856" y="83106"/>
                </a:cubicBezTo>
                <a:close/>
                <a:moveTo>
                  <a:pt x="15180" y="70068"/>
                </a:moveTo>
                <a:lnTo>
                  <a:pt x="6935" y="65306"/>
                </a:lnTo>
                <a:cubicBezTo>
                  <a:pt x="4435" y="63847"/>
                  <a:pt x="3036" y="61049"/>
                  <a:pt x="3423" y="58192"/>
                </a:cubicBezTo>
                <a:cubicBezTo>
                  <a:pt x="3810" y="55334"/>
                  <a:pt x="5864" y="52983"/>
                  <a:pt x="8662" y="52239"/>
                </a:cubicBezTo>
                <a:lnTo>
                  <a:pt x="34677" y="45244"/>
                </a:lnTo>
                <a:cubicBezTo>
                  <a:pt x="38487" y="44232"/>
                  <a:pt x="42416" y="46494"/>
                  <a:pt x="43428" y="50304"/>
                </a:cubicBezTo>
                <a:lnTo>
                  <a:pt x="50393" y="76319"/>
                </a:lnTo>
                <a:cubicBezTo>
                  <a:pt x="51137" y="79117"/>
                  <a:pt x="50125" y="82064"/>
                  <a:pt x="47833" y="83850"/>
                </a:cubicBezTo>
                <a:cubicBezTo>
                  <a:pt x="45541" y="85636"/>
                  <a:pt x="42416" y="85814"/>
                  <a:pt x="39916" y="84356"/>
                </a:cubicBezTo>
                <a:lnTo>
                  <a:pt x="31671" y="79593"/>
                </a:lnTo>
                <a:lnTo>
                  <a:pt x="20568" y="98822"/>
                </a:lnTo>
                <a:cubicBezTo>
                  <a:pt x="14139" y="109924"/>
                  <a:pt x="22175" y="123825"/>
                  <a:pt x="35004" y="123825"/>
                </a:cubicBezTo>
                <a:lnTo>
                  <a:pt x="38160" y="123825"/>
                </a:lnTo>
                <a:cubicBezTo>
                  <a:pt x="43428" y="123825"/>
                  <a:pt x="47685" y="128081"/>
                  <a:pt x="47685" y="133350"/>
                </a:cubicBezTo>
                <a:cubicBezTo>
                  <a:pt x="47685" y="138619"/>
                  <a:pt x="43428" y="142875"/>
                  <a:pt x="38160" y="142875"/>
                </a:cubicBezTo>
                <a:lnTo>
                  <a:pt x="35004" y="142875"/>
                </a:lnTo>
                <a:cubicBezTo>
                  <a:pt x="7531" y="142875"/>
                  <a:pt x="-9644" y="113109"/>
                  <a:pt x="4108" y="89297"/>
                </a:cubicBezTo>
                <a:lnTo>
                  <a:pt x="15180" y="70068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" y="5615946"/>
            <a:ext cx="146685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Repurposing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388156" y="5615946"/>
            <a:ext cx="201406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Blog to social, video scripts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6371" y="1184910"/>
            <a:ext cx="3703320" cy="2179320"/>
          </a:xfrm>
          <a:custGeom>
            <a:avLst/>
            <a:gdLst/>
            <a:ahLst/>
            <a:cxnLst/>
            <a:rect l="l" t="t" r="r" b="b"/>
            <a:pathLst>
              <a:path w="3703320" h="2179320">
                <a:moveTo>
                  <a:pt x="76211" y="0"/>
                </a:moveTo>
                <a:lnTo>
                  <a:pt x="3627109" y="0"/>
                </a:lnTo>
                <a:cubicBezTo>
                  <a:pt x="3669199" y="0"/>
                  <a:pt x="3703320" y="34121"/>
                  <a:pt x="3703320" y="76211"/>
                </a:cubicBezTo>
                <a:lnTo>
                  <a:pt x="3703320" y="2103109"/>
                </a:lnTo>
                <a:cubicBezTo>
                  <a:pt x="3703320" y="2145199"/>
                  <a:pt x="3669199" y="2179320"/>
                  <a:pt x="3627109" y="2179320"/>
                </a:cubicBezTo>
                <a:lnTo>
                  <a:pt x="76211" y="2179320"/>
                </a:lnTo>
                <a:cubicBezTo>
                  <a:pt x="34121" y="2179320"/>
                  <a:pt x="0" y="2145199"/>
                  <a:pt x="0" y="21031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979694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10231" y="1341118"/>
            <a:ext cx="319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Statistic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19706" y="1722118"/>
            <a:ext cx="3676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19718" y="2369818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edit AI-generated content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4481" y="2750818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oversight remains essential for brand voice, accuracy, and quality.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6371" y="3486156"/>
            <a:ext cx="3703320" cy="1836420"/>
          </a:xfrm>
          <a:custGeom>
            <a:avLst/>
            <a:gdLst/>
            <a:ahLst/>
            <a:cxnLst/>
            <a:rect l="l" t="t" r="r" b="b"/>
            <a:pathLst>
              <a:path w="3703320" h="1836420">
                <a:moveTo>
                  <a:pt x="76193" y="0"/>
                </a:moveTo>
                <a:lnTo>
                  <a:pt x="3627127" y="0"/>
                </a:lnTo>
                <a:cubicBezTo>
                  <a:pt x="3669207" y="0"/>
                  <a:pt x="3703320" y="34113"/>
                  <a:pt x="3703320" y="76193"/>
                </a:cubicBezTo>
                <a:lnTo>
                  <a:pt x="3703320" y="1760227"/>
                </a:lnTo>
                <a:cubicBezTo>
                  <a:pt x="3703320" y="1802279"/>
                  <a:pt x="3669179" y="1836420"/>
                  <a:pt x="3627127" y="1836420"/>
                </a:cubicBezTo>
                <a:lnTo>
                  <a:pt x="76193" y="1836420"/>
                </a:lnTo>
                <a:cubicBezTo>
                  <a:pt x="34113" y="1836420"/>
                  <a:pt x="0" y="1802307"/>
                  <a:pt x="0" y="17602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64962" y="3688082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38806" y="3642364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 Partner, Not Replacement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1631" y="40614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29281" y="4023364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handles heavy lifting of first drafts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81631" y="43662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529281" y="4328164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add brand voice and expertise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1631" y="46710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29281" y="4632964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solves content creation at scale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81631" y="49758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529281" y="4937764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ensure authenticity and trust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21611" y="5440682"/>
            <a:ext cx="3686175" cy="914400"/>
          </a:xfrm>
          <a:custGeom>
            <a:avLst/>
            <a:gdLst/>
            <a:ahLst/>
            <a:cxnLst/>
            <a:rect l="l" t="t" r="r" b="b"/>
            <a:pathLst>
              <a:path w="3686175" h="914400">
                <a:moveTo>
                  <a:pt x="0" y="0"/>
                </a:moveTo>
                <a:lnTo>
                  <a:pt x="3609978" y="0"/>
                </a:lnTo>
                <a:cubicBezTo>
                  <a:pt x="3652060" y="0"/>
                  <a:pt x="3686175" y="34115"/>
                  <a:pt x="3686175" y="76197"/>
                </a:cubicBezTo>
                <a:lnTo>
                  <a:pt x="3686175" y="838203"/>
                </a:lnTo>
                <a:cubicBezTo>
                  <a:pt x="3686175" y="880285"/>
                  <a:pt x="3652060" y="914400"/>
                  <a:pt x="3609978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121611" y="5440682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254961" y="5554982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question isn't whether to use AI—it's how to use it strategically while maintaining human quality control.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078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b="1" kern="0" spc="9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Responsible AI Use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72" y="587983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AI-Assisted Content Creation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331" y="1075663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1139" y="1217469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3003" y="1338524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30804" y="12464"/>
                </a:moveTo>
                <a:cubicBezTo>
                  <a:pt x="26616" y="10167"/>
                  <a:pt x="21549" y="10268"/>
                  <a:pt x="17429" y="12700"/>
                </a:cubicBezTo>
                <a:cubicBezTo>
                  <a:pt x="13308" y="15132"/>
                  <a:pt x="10809" y="19557"/>
                  <a:pt x="10809" y="24319"/>
                </a:cubicBezTo>
                <a:lnTo>
                  <a:pt x="10809" y="148617"/>
                </a:lnTo>
                <a:cubicBezTo>
                  <a:pt x="10809" y="153380"/>
                  <a:pt x="13342" y="157804"/>
                  <a:pt x="17429" y="160236"/>
                </a:cubicBezTo>
                <a:cubicBezTo>
                  <a:pt x="21516" y="162668"/>
                  <a:pt x="26616" y="162769"/>
                  <a:pt x="30804" y="160473"/>
                </a:cubicBezTo>
                <a:lnTo>
                  <a:pt x="144294" y="98324"/>
                </a:lnTo>
                <a:cubicBezTo>
                  <a:pt x="148617" y="95959"/>
                  <a:pt x="151319" y="91399"/>
                  <a:pt x="151319" y="86468"/>
                </a:cubicBezTo>
                <a:cubicBezTo>
                  <a:pt x="151319" y="81537"/>
                  <a:pt x="148617" y="76977"/>
                  <a:pt x="144294" y="74612"/>
                </a:cubicBezTo>
                <a:lnTo>
                  <a:pt x="30804" y="1246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1139" y="1736277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AI, Don't End with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139" y="2047563"/>
            <a:ext cx="3519251" cy="69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for idea generation and rough drafts. Then apply human refinement for brand voice and quality.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1139" y="2847397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3564" y="2975372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69252" y="90791"/>
                </a:moveTo>
                <a:cubicBezTo>
                  <a:pt x="70978" y="85519"/>
                  <a:pt x="74430" y="80743"/>
                  <a:pt x="78331" y="76629"/>
                </a:cubicBezTo>
                <a:cubicBezTo>
                  <a:pt x="86063" y="68496"/>
                  <a:pt x="90791" y="57501"/>
                  <a:pt x="90791" y="45396"/>
                </a:cubicBezTo>
                <a:cubicBezTo>
                  <a:pt x="90791" y="20334"/>
                  <a:pt x="70458" y="0"/>
                  <a:pt x="45396" y="0"/>
                </a:cubicBezTo>
                <a:cubicBezTo>
                  <a:pt x="20334" y="0"/>
                  <a:pt x="0" y="20334"/>
                  <a:pt x="0" y="45396"/>
                </a:cubicBezTo>
                <a:cubicBezTo>
                  <a:pt x="0" y="57501"/>
                  <a:pt x="4729" y="68496"/>
                  <a:pt x="12460" y="76629"/>
                </a:cubicBezTo>
                <a:cubicBezTo>
                  <a:pt x="16361" y="80743"/>
                  <a:pt x="19837" y="85519"/>
                  <a:pt x="21539" y="90791"/>
                </a:cubicBezTo>
                <a:lnTo>
                  <a:pt x="69229" y="90791"/>
                </a:lnTo>
                <a:close/>
                <a:moveTo>
                  <a:pt x="68094" y="102140"/>
                </a:moveTo>
                <a:lnTo>
                  <a:pt x="22698" y="102140"/>
                </a:lnTo>
                <a:lnTo>
                  <a:pt x="22698" y="105923"/>
                </a:lnTo>
                <a:cubicBezTo>
                  <a:pt x="22698" y="116374"/>
                  <a:pt x="31162" y="124838"/>
                  <a:pt x="41613" y="124838"/>
                </a:cubicBezTo>
                <a:lnTo>
                  <a:pt x="49179" y="124838"/>
                </a:lnTo>
                <a:cubicBezTo>
                  <a:pt x="59629" y="124838"/>
                  <a:pt x="68094" y="116374"/>
                  <a:pt x="68094" y="105923"/>
                </a:cubicBezTo>
                <a:lnTo>
                  <a:pt x="68094" y="102140"/>
                </a:lnTo>
                <a:close/>
                <a:moveTo>
                  <a:pt x="43504" y="26481"/>
                </a:moveTo>
                <a:cubicBezTo>
                  <a:pt x="34094" y="26481"/>
                  <a:pt x="26481" y="34094"/>
                  <a:pt x="26481" y="43504"/>
                </a:cubicBezTo>
                <a:cubicBezTo>
                  <a:pt x="26481" y="46649"/>
                  <a:pt x="23951" y="49179"/>
                  <a:pt x="20806" y="49179"/>
                </a:cubicBezTo>
                <a:cubicBezTo>
                  <a:pt x="17662" y="49179"/>
                  <a:pt x="15132" y="46649"/>
                  <a:pt x="15132" y="43504"/>
                </a:cubicBezTo>
                <a:cubicBezTo>
                  <a:pt x="15132" y="27829"/>
                  <a:pt x="27829" y="15132"/>
                  <a:pt x="43504" y="15132"/>
                </a:cubicBezTo>
                <a:cubicBezTo>
                  <a:pt x="46649" y="15132"/>
                  <a:pt x="49179" y="17662"/>
                  <a:pt x="49179" y="20806"/>
                </a:cubicBezTo>
                <a:cubicBezTo>
                  <a:pt x="49179" y="23951"/>
                  <a:pt x="46649" y="26481"/>
                  <a:pt x="43504" y="2648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0330" y="2954616"/>
            <a:ext cx="3331413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AI as your brainstorming partner, not your ghostwriter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28181" y="1075663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9989" y="1217469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91044" y="1338524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162128"/>
                </a:moveTo>
                <a:cubicBezTo>
                  <a:pt x="134228" y="162128"/>
                  <a:pt x="172936" y="125818"/>
                  <a:pt x="172936" y="81064"/>
                </a:cubicBezTo>
                <a:cubicBezTo>
                  <a:pt x="172936" y="36310"/>
                  <a:pt x="134228" y="0"/>
                  <a:pt x="86468" y="0"/>
                </a:cubicBezTo>
                <a:cubicBezTo>
                  <a:pt x="38708" y="0"/>
                  <a:pt x="0" y="36310"/>
                  <a:pt x="0" y="81064"/>
                </a:cubicBezTo>
                <a:cubicBezTo>
                  <a:pt x="0" y="99405"/>
                  <a:pt x="6485" y="116293"/>
                  <a:pt x="17429" y="129871"/>
                </a:cubicBezTo>
                <a:lnTo>
                  <a:pt x="946" y="161047"/>
                </a:lnTo>
                <a:cubicBezTo>
                  <a:pt x="-676" y="164087"/>
                  <a:pt x="-169" y="167802"/>
                  <a:pt x="2162" y="170335"/>
                </a:cubicBezTo>
                <a:cubicBezTo>
                  <a:pt x="4492" y="172869"/>
                  <a:pt x="8174" y="173645"/>
                  <a:pt x="11315" y="172294"/>
                </a:cubicBezTo>
                <a:lnTo>
                  <a:pt x="51307" y="155170"/>
                </a:lnTo>
                <a:cubicBezTo>
                  <a:pt x="62048" y="159628"/>
                  <a:pt x="73937" y="162128"/>
                  <a:pt x="86468" y="162128"/>
                </a:cubicBezTo>
                <a:close/>
                <a:moveTo>
                  <a:pt x="43234" y="70255"/>
                </a:moveTo>
                <a:cubicBezTo>
                  <a:pt x="49199" y="70255"/>
                  <a:pt x="54043" y="75098"/>
                  <a:pt x="54043" y="81064"/>
                </a:cubicBezTo>
                <a:cubicBezTo>
                  <a:pt x="54043" y="87029"/>
                  <a:pt x="49199" y="91872"/>
                  <a:pt x="43234" y="91872"/>
                </a:cubicBezTo>
                <a:cubicBezTo>
                  <a:pt x="37269" y="91872"/>
                  <a:pt x="32426" y="87029"/>
                  <a:pt x="32426" y="81064"/>
                </a:cubicBezTo>
                <a:cubicBezTo>
                  <a:pt x="32426" y="75098"/>
                  <a:pt x="37269" y="70255"/>
                  <a:pt x="43234" y="70255"/>
                </a:cubicBezTo>
                <a:close/>
                <a:moveTo>
                  <a:pt x="86468" y="70255"/>
                </a:moveTo>
                <a:cubicBezTo>
                  <a:pt x="92433" y="70255"/>
                  <a:pt x="97277" y="75098"/>
                  <a:pt x="97277" y="81064"/>
                </a:cubicBezTo>
                <a:cubicBezTo>
                  <a:pt x="97277" y="87029"/>
                  <a:pt x="92433" y="91872"/>
                  <a:pt x="86468" y="91872"/>
                </a:cubicBezTo>
                <a:cubicBezTo>
                  <a:pt x="80503" y="91872"/>
                  <a:pt x="75660" y="87029"/>
                  <a:pt x="75660" y="81064"/>
                </a:cubicBezTo>
                <a:cubicBezTo>
                  <a:pt x="75660" y="75098"/>
                  <a:pt x="80503" y="70255"/>
                  <a:pt x="86468" y="70255"/>
                </a:cubicBezTo>
                <a:close/>
                <a:moveTo>
                  <a:pt x="118894" y="81064"/>
                </a:moveTo>
                <a:cubicBezTo>
                  <a:pt x="118894" y="75098"/>
                  <a:pt x="123737" y="70255"/>
                  <a:pt x="129702" y="70255"/>
                </a:cubicBezTo>
                <a:cubicBezTo>
                  <a:pt x="135668" y="70255"/>
                  <a:pt x="140511" y="75098"/>
                  <a:pt x="140511" y="81064"/>
                </a:cubicBezTo>
                <a:cubicBezTo>
                  <a:pt x="140511" y="87029"/>
                  <a:pt x="135668" y="91872"/>
                  <a:pt x="129702" y="91872"/>
                </a:cubicBezTo>
                <a:cubicBezTo>
                  <a:pt x="123737" y="91872"/>
                  <a:pt x="118894" y="87029"/>
                  <a:pt x="118894" y="8106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9989" y="1736277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Craft Great Prompts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69989" y="2047563"/>
            <a:ext cx="3519251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specific, provide context, ask open-ended questions. The quality of output depends on the quality of input.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69989" y="2605287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94849" y="2733261"/>
            <a:ext cx="105923" cy="121055"/>
          </a:xfrm>
          <a:custGeom>
            <a:avLst/>
            <a:gdLst/>
            <a:ahLst/>
            <a:cxnLst/>
            <a:rect l="l" t="t" r="r" b="b"/>
            <a:pathLst>
              <a:path w="105923" h="121055">
                <a:moveTo>
                  <a:pt x="102802" y="16574"/>
                </a:moveTo>
                <a:cubicBezTo>
                  <a:pt x="106183" y="19033"/>
                  <a:pt x="106940" y="23762"/>
                  <a:pt x="104481" y="27143"/>
                </a:cubicBezTo>
                <a:lnTo>
                  <a:pt x="43953" y="110368"/>
                </a:lnTo>
                <a:cubicBezTo>
                  <a:pt x="42653" y="112165"/>
                  <a:pt x="40643" y="113277"/>
                  <a:pt x="38421" y="113466"/>
                </a:cubicBezTo>
                <a:cubicBezTo>
                  <a:pt x="36198" y="113655"/>
                  <a:pt x="34047" y="112827"/>
                  <a:pt x="32486" y="111267"/>
                </a:cubicBezTo>
                <a:lnTo>
                  <a:pt x="2223" y="81003"/>
                </a:lnTo>
                <a:cubicBezTo>
                  <a:pt x="-733" y="78048"/>
                  <a:pt x="-733" y="73248"/>
                  <a:pt x="2223" y="70292"/>
                </a:cubicBezTo>
                <a:cubicBezTo>
                  <a:pt x="5178" y="67337"/>
                  <a:pt x="9978" y="67337"/>
                  <a:pt x="12933" y="70292"/>
                </a:cubicBezTo>
                <a:lnTo>
                  <a:pt x="36931" y="94291"/>
                </a:lnTo>
                <a:lnTo>
                  <a:pt x="92257" y="18229"/>
                </a:lnTo>
                <a:cubicBezTo>
                  <a:pt x="94716" y="14848"/>
                  <a:pt x="99445" y="14092"/>
                  <a:pt x="102826" y="1655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49180" y="2712506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goal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94849" y="2940785"/>
            <a:ext cx="105923" cy="121055"/>
          </a:xfrm>
          <a:custGeom>
            <a:avLst/>
            <a:gdLst/>
            <a:ahLst/>
            <a:cxnLst/>
            <a:rect l="l" t="t" r="r" b="b"/>
            <a:pathLst>
              <a:path w="105923" h="121055">
                <a:moveTo>
                  <a:pt x="102802" y="16574"/>
                </a:moveTo>
                <a:cubicBezTo>
                  <a:pt x="106183" y="19033"/>
                  <a:pt x="106940" y="23762"/>
                  <a:pt x="104481" y="27143"/>
                </a:cubicBezTo>
                <a:lnTo>
                  <a:pt x="43953" y="110368"/>
                </a:lnTo>
                <a:cubicBezTo>
                  <a:pt x="42653" y="112165"/>
                  <a:pt x="40643" y="113277"/>
                  <a:pt x="38421" y="113466"/>
                </a:cubicBezTo>
                <a:cubicBezTo>
                  <a:pt x="36198" y="113655"/>
                  <a:pt x="34047" y="112827"/>
                  <a:pt x="32486" y="111267"/>
                </a:cubicBezTo>
                <a:lnTo>
                  <a:pt x="2223" y="81003"/>
                </a:lnTo>
                <a:cubicBezTo>
                  <a:pt x="-733" y="78048"/>
                  <a:pt x="-733" y="73248"/>
                  <a:pt x="2223" y="70292"/>
                </a:cubicBezTo>
                <a:cubicBezTo>
                  <a:pt x="5178" y="67337"/>
                  <a:pt x="9978" y="67337"/>
                  <a:pt x="12933" y="70292"/>
                </a:cubicBezTo>
                <a:lnTo>
                  <a:pt x="36931" y="94291"/>
                </a:lnTo>
                <a:lnTo>
                  <a:pt x="92257" y="18229"/>
                </a:lnTo>
                <a:cubicBezTo>
                  <a:pt x="94716" y="14848"/>
                  <a:pt x="99445" y="14092"/>
                  <a:pt x="102826" y="1655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49180" y="2920029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instructions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94849" y="3148308"/>
            <a:ext cx="105923" cy="121055"/>
          </a:xfrm>
          <a:custGeom>
            <a:avLst/>
            <a:gdLst/>
            <a:ahLst/>
            <a:cxnLst/>
            <a:rect l="l" t="t" r="r" b="b"/>
            <a:pathLst>
              <a:path w="105923" h="121055">
                <a:moveTo>
                  <a:pt x="102802" y="16574"/>
                </a:moveTo>
                <a:cubicBezTo>
                  <a:pt x="106183" y="19033"/>
                  <a:pt x="106940" y="23762"/>
                  <a:pt x="104481" y="27143"/>
                </a:cubicBezTo>
                <a:lnTo>
                  <a:pt x="43953" y="110368"/>
                </a:lnTo>
                <a:cubicBezTo>
                  <a:pt x="42653" y="112165"/>
                  <a:pt x="40643" y="113277"/>
                  <a:pt x="38421" y="113466"/>
                </a:cubicBezTo>
                <a:cubicBezTo>
                  <a:pt x="36198" y="113655"/>
                  <a:pt x="34047" y="112827"/>
                  <a:pt x="32486" y="111267"/>
                </a:cubicBezTo>
                <a:lnTo>
                  <a:pt x="2223" y="81003"/>
                </a:lnTo>
                <a:cubicBezTo>
                  <a:pt x="-733" y="78048"/>
                  <a:pt x="-733" y="73248"/>
                  <a:pt x="2223" y="70292"/>
                </a:cubicBezTo>
                <a:cubicBezTo>
                  <a:pt x="5178" y="67337"/>
                  <a:pt x="9978" y="67337"/>
                  <a:pt x="12933" y="70292"/>
                </a:cubicBezTo>
                <a:lnTo>
                  <a:pt x="36931" y="94291"/>
                </a:lnTo>
                <a:lnTo>
                  <a:pt x="92257" y="18229"/>
                </a:lnTo>
                <a:cubicBezTo>
                  <a:pt x="94716" y="14848"/>
                  <a:pt x="99445" y="14092"/>
                  <a:pt x="102826" y="1655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49180" y="3127552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provided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7031" y="1075663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48839" y="1217469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69895" y="1338524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16213" y="48638"/>
                </a:moveTo>
                <a:cubicBezTo>
                  <a:pt x="25161" y="48638"/>
                  <a:pt x="32426" y="41374"/>
                  <a:pt x="32426" y="32426"/>
                </a:cubicBezTo>
                <a:cubicBezTo>
                  <a:pt x="32426" y="23477"/>
                  <a:pt x="25161" y="16213"/>
                  <a:pt x="16213" y="16213"/>
                </a:cubicBezTo>
                <a:cubicBezTo>
                  <a:pt x="7265" y="16213"/>
                  <a:pt x="0" y="23477"/>
                  <a:pt x="0" y="32426"/>
                </a:cubicBezTo>
                <a:cubicBezTo>
                  <a:pt x="0" y="41374"/>
                  <a:pt x="7265" y="48638"/>
                  <a:pt x="16213" y="48638"/>
                </a:cubicBezTo>
                <a:close/>
                <a:moveTo>
                  <a:pt x="64851" y="21617"/>
                </a:moveTo>
                <a:cubicBezTo>
                  <a:pt x="58873" y="21617"/>
                  <a:pt x="54043" y="26447"/>
                  <a:pt x="54043" y="32426"/>
                </a:cubicBezTo>
                <a:cubicBezTo>
                  <a:pt x="54043" y="38404"/>
                  <a:pt x="58873" y="43234"/>
                  <a:pt x="64851" y="43234"/>
                </a:cubicBezTo>
                <a:lnTo>
                  <a:pt x="162128" y="43234"/>
                </a:lnTo>
                <a:cubicBezTo>
                  <a:pt x="168106" y="43234"/>
                  <a:pt x="172936" y="38404"/>
                  <a:pt x="172936" y="32426"/>
                </a:cubicBezTo>
                <a:cubicBezTo>
                  <a:pt x="172936" y="26447"/>
                  <a:pt x="168106" y="21617"/>
                  <a:pt x="162128" y="21617"/>
                </a:cubicBezTo>
                <a:lnTo>
                  <a:pt x="64851" y="21617"/>
                </a:lnTo>
                <a:close/>
                <a:moveTo>
                  <a:pt x="64851" y="75660"/>
                </a:moveTo>
                <a:cubicBezTo>
                  <a:pt x="58873" y="75660"/>
                  <a:pt x="54043" y="80490"/>
                  <a:pt x="54043" y="86468"/>
                </a:cubicBezTo>
                <a:cubicBezTo>
                  <a:pt x="54043" y="92447"/>
                  <a:pt x="58873" y="97277"/>
                  <a:pt x="64851" y="97277"/>
                </a:cubicBezTo>
                <a:lnTo>
                  <a:pt x="162128" y="97277"/>
                </a:lnTo>
                <a:cubicBezTo>
                  <a:pt x="168106" y="97277"/>
                  <a:pt x="172936" y="92447"/>
                  <a:pt x="172936" y="86468"/>
                </a:cubicBezTo>
                <a:cubicBezTo>
                  <a:pt x="172936" y="80490"/>
                  <a:pt x="168106" y="75660"/>
                  <a:pt x="162128" y="75660"/>
                </a:cubicBezTo>
                <a:lnTo>
                  <a:pt x="64851" y="75660"/>
                </a:lnTo>
                <a:close/>
                <a:moveTo>
                  <a:pt x="64851" y="129702"/>
                </a:moveTo>
                <a:cubicBezTo>
                  <a:pt x="58873" y="129702"/>
                  <a:pt x="54043" y="134532"/>
                  <a:pt x="54043" y="140511"/>
                </a:cubicBezTo>
                <a:cubicBezTo>
                  <a:pt x="54043" y="146489"/>
                  <a:pt x="58873" y="151319"/>
                  <a:pt x="64851" y="151319"/>
                </a:cubicBezTo>
                <a:lnTo>
                  <a:pt x="162128" y="151319"/>
                </a:lnTo>
                <a:cubicBezTo>
                  <a:pt x="168106" y="151319"/>
                  <a:pt x="172936" y="146489"/>
                  <a:pt x="172936" y="140511"/>
                </a:cubicBezTo>
                <a:cubicBezTo>
                  <a:pt x="172936" y="134532"/>
                  <a:pt x="168106" y="129702"/>
                  <a:pt x="162128" y="129702"/>
                </a:cubicBezTo>
                <a:lnTo>
                  <a:pt x="64851" y="129702"/>
                </a:lnTo>
                <a:close/>
                <a:moveTo>
                  <a:pt x="16213" y="156723"/>
                </a:moveTo>
                <a:cubicBezTo>
                  <a:pt x="25161" y="156723"/>
                  <a:pt x="32426" y="149459"/>
                  <a:pt x="32426" y="140511"/>
                </a:cubicBezTo>
                <a:cubicBezTo>
                  <a:pt x="32426" y="131563"/>
                  <a:pt x="25161" y="124298"/>
                  <a:pt x="16213" y="124298"/>
                </a:cubicBezTo>
                <a:cubicBezTo>
                  <a:pt x="7265" y="124298"/>
                  <a:pt x="0" y="131563"/>
                  <a:pt x="0" y="140511"/>
                </a:cubicBezTo>
                <a:cubicBezTo>
                  <a:pt x="0" y="149459"/>
                  <a:pt x="7265" y="156723"/>
                  <a:pt x="16213" y="156723"/>
                </a:cubicBezTo>
                <a:close/>
                <a:moveTo>
                  <a:pt x="32426" y="86468"/>
                </a:moveTo>
                <a:cubicBezTo>
                  <a:pt x="32426" y="77520"/>
                  <a:pt x="25161" y="70255"/>
                  <a:pt x="16213" y="70255"/>
                </a:cubicBezTo>
                <a:cubicBezTo>
                  <a:pt x="7265" y="70255"/>
                  <a:pt x="0" y="77520"/>
                  <a:pt x="0" y="86468"/>
                </a:cubicBezTo>
                <a:cubicBezTo>
                  <a:pt x="0" y="95416"/>
                  <a:pt x="7265" y="102681"/>
                  <a:pt x="16213" y="102681"/>
                </a:cubicBezTo>
                <a:cubicBezTo>
                  <a:pt x="25161" y="102681"/>
                  <a:pt x="32426" y="95416"/>
                  <a:pt x="32426" y="86468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48839" y="1736277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Specific Examples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8839" y="2047563"/>
            <a:ext cx="3519251" cy="86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excels at big-picture output but needs guidance on specifics that make content valuable and unique.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8839" y="3020334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81265" y="3148308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69252" y="90791"/>
                </a:moveTo>
                <a:cubicBezTo>
                  <a:pt x="70978" y="85519"/>
                  <a:pt x="74430" y="80743"/>
                  <a:pt x="78331" y="76629"/>
                </a:cubicBezTo>
                <a:cubicBezTo>
                  <a:pt x="86063" y="68496"/>
                  <a:pt x="90791" y="57501"/>
                  <a:pt x="90791" y="45396"/>
                </a:cubicBezTo>
                <a:cubicBezTo>
                  <a:pt x="90791" y="20334"/>
                  <a:pt x="70458" y="0"/>
                  <a:pt x="45396" y="0"/>
                </a:cubicBezTo>
                <a:cubicBezTo>
                  <a:pt x="20334" y="0"/>
                  <a:pt x="0" y="20334"/>
                  <a:pt x="0" y="45396"/>
                </a:cubicBezTo>
                <a:cubicBezTo>
                  <a:pt x="0" y="57501"/>
                  <a:pt x="4729" y="68496"/>
                  <a:pt x="12460" y="76629"/>
                </a:cubicBezTo>
                <a:cubicBezTo>
                  <a:pt x="16361" y="80743"/>
                  <a:pt x="19837" y="85519"/>
                  <a:pt x="21539" y="90791"/>
                </a:cubicBezTo>
                <a:lnTo>
                  <a:pt x="69229" y="90791"/>
                </a:lnTo>
                <a:close/>
                <a:moveTo>
                  <a:pt x="68094" y="102140"/>
                </a:moveTo>
                <a:lnTo>
                  <a:pt x="22698" y="102140"/>
                </a:lnTo>
                <a:lnTo>
                  <a:pt x="22698" y="105923"/>
                </a:lnTo>
                <a:cubicBezTo>
                  <a:pt x="22698" y="116374"/>
                  <a:pt x="31162" y="124838"/>
                  <a:pt x="41613" y="124838"/>
                </a:cubicBezTo>
                <a:lnTo>
                  <a:pt x="49179" y="124838"/>
                </a:lnTo>
                <a:cubicBezTo>
                  <a:pt x="59629" y="124838"/>
                  <a:pt x="68094" y="116374"/>
                  <a:pt x="68094" y="105923"/>
                </a:cubicBezTo>
                <a:lnTo>
                  <a:pt x="68094" y="102140"/>
                </a:lnTo>
                <a:close/>
                <a:moveTo>
                  <a:pt x="43504" y="26481"/>
                </a:moveTo>
                <a:cubicBezTo>
                  <a:pt x="34094" y="26481"/>
                  <a:pt x="26481" y="34094"/>
                  <a:pt x="26481" y="43504"/>
                </a:cubicBezTo>
                <a:cubicBezTo>
                  <a:pt x="26481" y="46649"/>
                  <a:pt x="23951" y="49179"/>
                  <a:pt x="20806" y="49179"/>
                </a:cubicBezTo>
                <a:cubicBezTo>
                  <a:pt x="17662" y="49179"/>
                  <a:pt x="15132" y="46649"/>
                  <a:pt x="15132" y="43504"/>
                </a:cubicBezTo>
                <a:cubicBezTo>
                  <a:pt x="15132" y="27829"/>
                  <a:pt x="27829" y="15132"/>
                  <a:pt x="43504" y="15132"/>
                </a:cubicBezTo>
                <a:cubicBezTo>
                  <a:pt x="46649" y="15132"/>
                  <a:pt x="49179" y="17662"/>
                  <a:pt x="49179" y="20806"/>
                </a:cubicBezTo>
                <a:cubicBezTo>
                  <a:pt x="49179" y="23951"/>
                  <a:pt x="46649" y="26481"/>
                  <a:pt x="43504" y="2648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28031" y="3127552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specific situations, data points, and case studies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9331" y="3587561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139" y="372936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1386" y="3850422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60291" y="140511"/>
                </a:moveTo>
                <a:lnTo>
                  <a:pt x="101836" y="140511"/>
                </a:lnTo>
                <a:lnTo>
                  <a:pt x="123893" y="118455"/>
                </a:lnTo>
                <a:lnTo>
                  <a:pt x="65290" y="59852"/>
                </a:lnTo>
                <a:lnTo>
                  <a:pt x="22495" y="102647"/>
                </a:lnTo>
                <a:lnTo>
                  <a:pt x="60325" y="140477"/>
                </a:lnTo>
                <a:close/>
                <a:moveTo>
                  <a:pt x="75660" y="162128"/>
                </a:moveTo>
                <a:lnTo>
                  <a:pt x="60291" y="162128"/>
                </a:lnTo>
                <a:cubicBezTo>
                  <a:pt x="54549" y="162128"/>
                  <a:pt x="49044" y="159865"/>
                  <a:pt x="44990" y="155811"/>
                </a:cubicBezTo>
                <a:lnTo>
                  <a:pt x="5742" y="116529"/>
                </a:lnTo>
                <a:cubicBezTo>
                  <a:pt x="2060" y="112848"/>
                  <a:pt x="0" y="107882"/>
                  <a:pt x="0" y="102681"/>
                </a:cubicBezTo>
                <a:cubicBezTo>
                  <a:pt x="0" y="97479"/>
                  <a:pt x="2060" y="92514"/>
                  <a:pt x="5742" y="88832"/>
                </a:cubicBezTo>
                <a:lnTo>
                  <a:pt x="88832" y="5742"/>
                </a:lnTo>
                <a:cubicBezTo>
                  <a:pt x="92514" y="2060"/>
                  <a:pt x="97479" y="0"/>
                  <a:pt x="102681" y="0"/>
                </a:cubicBezTo>
                <a:cubicBezTo>
                  <a:pt x="107882" y="0"/>
                  <a:pt x="112848" y="2060"/>
                  <a:pt x="116529" y="5742"/>
                </a:cubicBezTo>
                <a:lnTo>
                  <a:pt x="178003" y="67215"/>
                </a:lnTo>
                <a:cubicBezTo>
                  <a:pt x="181684" y="70897"/>
                  <a:pt x="183745" y="75862"/>
                  <a:pt x="183745" y="81064"/>
                </a:cubicBezTo>
                <a:cubicBezTo>
                  <a:pt x="183745" y="86265"/>
                  <a:pt x="181684" y="91231"/>
                  <a:pt x="178003" y="94912"/>
                </a:cubicBezTo>
                <a:lnTo>
                  <a:pt x="132404" y="140511"/>
                </a:lnTo>
                <a:lnTo>
                  <a:pt x="172936" y="140511"/>
                </a:lnTo>
                <a:cubicBezTo>
                  <a:pt x="178915" y="140511"/>
                  <a:pt x="183745" y="145341"/>
                  <a:pt x="183745" y="151319"/>
                </a:cubicBezTo>
                <a:cubicBezTo>
                  <a:pt x="183745" y="157298"/>
                  <a:pt x="178915" y="162128"/>
                  <a:pt x="172936" y="162128"/>
                </a:cubicBezTo>
                <a:lnTo>
                  <a:pt x="75660" y="16212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139" y="4248175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AI "Tells"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1139" y="4559460"/>
            <a:ext cx="3519251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and eliminate AI patterns: overused phrases, generic conclusions, excessive em-dashes.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1139" y="5117185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23564" y="5245159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13028" y="17354"/>
                </a:moveTo>
                <a:cubicBezTo>
                  <a:pt x="10072" y="14399"/>
                  <a:pt x="5273" y="14399"/>
                  <a:pt x="2317" y="17354"/>
                </a:cubicBezTo>
                <a:cubicBezTo>
                  <a:pt x="-638" y="20310"/>
                  <a:pt x="-638" y="25110"/>
                  <a:pt x="2317" y="28065"/>
                </a:cubicBezTo>
                <a:lnTo>
                  <a:pt x="34803" y="60528"/>
                </a:lnTo>
                <a:lnTo>
                  <a:pt x="2341" y="93014"/>
                </a:lnTo>
                <a:cubicBezTo>
                  <a:pt x="-615" y="95969"/>
                  <a:pt x="-615" y="100769"/>
                  <a:pt x="2341" y="103725"/>
                </a:cubicBezTo>
                <a:cubicBezTo>
                  <a:pt x="5296" y="106680"/>
                  <a:pt x="10096" y="106680"/>
                  <a:pt x="13051" y="103725"/>
                </a:cubicBezTo>
                <a:lnTo>
                  <a:pt x="45514" y="71238"/>
                </a:lnTo>
                <a:lnTo>
                  <a:pt x="78000" y="103701"/>
                </a:lnTo>
                <a:cubicBezTo>
                  <a:pt x="80956" y="106656"/>
                  <a:pt x="85755" y="106656"/>
                  <a:pt x="88711" y="103701"/>
                </a:cubicBezTo>
                <a:cubicBezTo>
                  <a:pt x="91666" y="100745"/>
                  <a:pt x="91666" y="95946"/>
                  <a:pt x="88711" y="92990"/>
                </a:cubicBezTo>
                <a:lnTo>
                  <a:pt x="56225" y="60528"/>
                </a:lnTo>
                <a:lnTo>
                  <a:pt x="88687" y="28041"/>
                </a:lnTo>
                <a:cubicBezTo>
                  <a:pt x="91643" y="25086"/>
                  <a:pt x="91643" y="20286"/>
                  <a:pt x="88687" y="17331"/>
                </a:cubicBezTo>
                <a:cubicBezTo>
                  <a:pt x="85732" y="14375"/>
                  <a:pt x="80932" y="14375"/>
                  <a:pt x="77977" y="17331"/>
                </a:cubicBezTo>
                <a:lnTo>
                  <a:pt x="45514" y="49817"/>
                </a:lnTo>
                <a:lnTo>
                  <a:pt x="13028" y="17354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0330" y="5224403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 conclusion..."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3564" y="5452683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13028" y="17354"/>
                </a:moveTo>
                <a:cubicBezTo>
                  <a:pt x="10072" y="14399"/>
                  <a:pt x="5273" y="14399"/>
                  <a:pt x="2317" y="17354"/>
                </a:cubicBezTo>
                <a:cubicBezTo>
                  <a:pt x="-638" y="20310"/>
                  <a:pt x="-638" y="25110"/>
                  <a:pt x="2317" y="28065"/>
                </a:cubicBezTo>
                <a:lnTo>
                  <a:pt x="34803" y="60528"/>
                </a:lnTo>
                <a:lnTo>
                  <a:pt x="2341" y="93014"/>
                </a:lnTo>
                <a:cubicBezTo>
                  <a:pt x="-615" y="95969"/>
                  <a:pt x="-615" y="100769"/>
                  <a:pt x="2341" y="103725"/>
                </a:cubicBezTo>
                <a:cubicBezTo>
                  <a:pt x="5296" y="106680"/>
                  <a:pt x="10096" y="106680"/>
                  <a:pt x="13051" y="103725"/>
                </a:cubicBezTo>
                <a:lnTo>
                  <a:pt x="45514" y="71238"/>
                </a:lnTo>
                <a:lnTo>
                  <a:pt x="78000" y="103701"/>
                </a:lnTo>
                <a:cubicBezTo>
                  <a:pt x="80956" y="106656"/>
                  <a:pt x="85755" y="106656"/>
                  <a:pt x="88711" y="103701"/>
                </a:cubicBezTo>
                <a:cubicBezTo>
                  <a:pt x="91666" y="100745"/>
                  <a:pt x="91666" y="95946"/>
                  <a:pt x="88711" y="92990"/>
                </a:cubicBezTo>
                <a:lnTo>
                  <a:pt x="56225" y="60528"/>
                </a:lnTo>
                <a:lnTo>
                  <a:pt x="88687" y="28041"/>
                </a:lnTo>
                <a:cubicBezTo>
                  <a:pt x="91643" y="25086"/>
                  <a:pt x="91643" y="20286"/>
                  <a:pt x="88687" y="17331"/>
                </a:cubicBezTo>
                <a:cubicBezTo>
                  <a:pt x="85732" y="14375"/>
                  <a:pt x="80932" y="14375"/>
                  <a:pt x="77977" y="17331"/>
                </a:cubicBezTo>
                <a:lnTo>
                  <a:pt x="45514" y="49817"/>
                </a:lnTo>
                <a:lnTo>
                  <a:pt x="13028" y="17354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0330" y="5431927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Overused em-dashes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3564" y="5660206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13028" y="17354"/>
                </a:moveTo>
                <a:cubicBezTo>
                  <a:pt x="10072" y="14399"/>
                  <a:pt x="5273" y="14399"/>
                  <a:pt x="2317" y="17354"/>
                </a:cubicBezTo>
                <a:cubicBezTo>
                  <a:pt x="-638" y="20310"/>
                  <a:pt x="-638" y="25110"/>
                  <a:pt x="2317" y="28065"/>
                </a:cubicBezTo>
                <a:lnTo>
                  <a:pt x="34803" y="60528"/>
                </a:lnTo>
                <a:lnTo>
                  <a:pt x="2341" y="93014"/>
                </a:lnTo>
                <a:cubicBezTo>
                  <a:pt x="-615" y="95969"/>
                  <a:pt x="-615" y="100769"/>
                  <a:pt x="2341" y="103725"/>
                </a:cubicBezTo>
                <a:cubicBezTo>
                  <a:pt x="5296" y="106680"/>
                  <a:pt x="10096" y="106680"/>
                  <a:pt x="13051" y="103725"/>
                </a:cubicBezTo>
                <a:lnTo>
                  <a:pt x="45514" y="71238"/>
                </a:lnTo>
                <a:lnTo>
                  <a:pt x="78000" y="103701"/>
                </a:lnTo>
                <a:cubicBezTo>
                  <a:pt x="80956" y="106656"/>
                  <a:pt x="85755" y="106656"/>
                  <a:pt x="88711" y="103701"/>
                </a:cubicBezTo>
                <a:cubicBezTo>
                  <a:pt x="91666" y="100745"/>
                  <a:pt x="91666" y="95946"/>
                  <a:pt x="88711" y="92990"/>
                </a:cubicBezTo>
                <a:lnTo>
                  <a:pt x="56225" y="60528"/>
                </a:lnTo>
                <a:lnTo>
                  <a:pt x="88687" y="28041"/>
                </a:lnTo>
                <a:cubicBezTo>
                  <a:pt x="91643" y="25086"/>
                  <a:pt x="91643" y="20286"/>
                  <a:pt x="88687" y="17331"/>
                </a:cubicBezTo>
                <a:cubicBezTo>
                  <a:pt x="85732" y="14375"/>
                  <a:pt x="80932" y="14375"/>
                  <a:pt x="77977" y="17331"/>
                </a:cubicBezTo>
                <a:lnTo>
                  <a:pt x="45514" y="49817"/>
                </a:lnTo>
                <a:lnTo>
                  <a:pt x="13028" y="17354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0330" y="5639450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 phrases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28181" y="3587561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69989" y="372936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01853" y="3850422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75660" y="83766"/>
                </a:moveTo>
                <a:cubicBezTo>
                  <a:pt x="98030" y="83766"/>
                  <a:pt x="116191" y="65604"/>
                  <a:pt x="116191" y="43234"/>
                </a:cubicBezTo>
                <a:cubicBezTo>
                  <a:pt x="116191" y="20864"/>
                  <a:pt x="98030" y="2702"/>
                  <a:pt x="75660" y="2702"/>
                </a:cubicBezTo>
                <a:cubicBezTo>
                  <a:pt x="53289" y="2702"/>
                  <a:pt x="35128" y="20864"/>
                  <a:pt x="35128" y="43234"/>
                </a:cubicBezTo>
                <a:cubicBezTo>
                  <a:pt x="35128" y="65604"/>
                  <a:pt x="53289" y="83766"/>
                  <a:pt x="75660" y="83766"/>
                </a:cubicBezTo>
                <a:close/>
                <a:moveTo>
                  <a:pt x="65628" y="102681"/>
                </a:moveTo>
                <a:cubicBezTo>
                  <a:pt x="32358" y="102681"/>
                  <a:pt x="5404" y="129635"/>
                  <a:pt x="5404" y="162905"/>
                </a:cubicBezTo>
                <a:cubicBezTo>
                  <a:pt x="5404" y="168444"/>
                  <a:pt x="9897" y="172936"/>
                  <a:pt x="15436" y="172936"/>
                </a:cubicBezTo>
                <a:lnTo>
                  <a:pt x="135883" y="172936"/>
                </a:lnTo>
                <a:cubicBezTo>
                  <a:pt x="141423" y="172936"/>
                  <a:pt x="145915" y="168444"/>
                  <a:pt x="145915" y="162905"/>
                </a:cubicBezTo>
                <a:cubicBezTo>
                  <a:pt x="145915" y="129635"/>
                  <a:pt x="118961" y="102681"/>
                  <a:pt x="85691" y="102681"/>
                </a:cubicBezTo>
                <a:lnTo>
                  <a:pt x="65628" y="10268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69989" y="4248175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Your Personality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69989" y="4559460"/>
            <a:ext cx="3519251" cy="86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AI voice to match your brand. Try different AI models to find the best fit for your style.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69989" y="5532231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402415" y="5660206"/>
            <a:ext cx="90791" cy="121055"/>
          </a:xfrm>
          <a:custGeom>
            <a:avLst/>
            <a:gdLst/>
            <a:ahLst/>
            <a:cxnLst/>
            <a:rect l="l" t="t" r="r" b="b"/>
            <a:pathLst>
              <a:path w="90791" h="121055">
                <a:moveTo>
                  <a:pt x="69252" y="90791"/>
                </a:moveTo>
                <a:cubicBezTo>
                  <a:pt x="70978" y="85519"/>
                  <a:pt x="74430" y="80743"/>
                  <a:pt x="78331" y="76629"/>
                </a:cubicBezTo>
                <a:cubicBezTo>
                  <a:pt x="86063" y="68496"/>
                  <a:pt x="90791" y="57501"/>
                  <a:pt x="90791" y="45396"/>
                </a:cubicBezTo>
                <a:cubicBezTo>
                  <a:pt x="90791" y="20334"/>
                  <a:pt x="70458" y="0"/>
                  <a:pt x="45396" y="0"/>
                </a:cubicBezTo>
                <a:cubicBezTo>
                  <a:pt x="20334" y="0"/>
                  <a:pt x="0" y="20334"/>
                  <a:pt x="0" y="45396"/>
                </a:cubicBezTo>
                <a:cubicBezTo>
                  <a:pt x="0" y="57501"/>
                  <a:pt x="4729" y="68496"/>
                  <a:pt x="12460" y="76629"/>
                </a:cubicBezTo>
                <a:cubicBezTo>
                  <a:pt x="16361" y="80743"/>
                  <a:pt x="19837" y="85519"/>
                  <a:pt x="21539" y="90791"/>
                </a:cubicBezTo>
                <a:lnTo>
                  <a:pt x="69229" y="90791"/>
                </a:lnTo>
                <a:close/>
                <a:moveTo>
                  <a:pt x="68094" y="102140"/>
                </a:moveTo>
                <a:lnTo>
                  <a:pt x="22698" y="102140"/>
                </a:lnTo>
                <a:lnTo>
                  <a:pt x="22698" y="105923"/>
                </a:lnTo>
                <a:cubicBezTo>
                  <a:pt x="22698" y="116374"/>
                  <a:pt x="31162" y="124838"/>
                  <a:pt x="41613" y="124838"/>
                </a:cubicBezTo>
                <a:lnTo>
                  <a:pt x="49179" y="124838"/>
                </a:lnTo>
                <a:cubicBezTo>
                  <a:pt x="59629" y="124838"/>
                  <a:pt x="68094" y="116374"/>
                  <a:pt x="68094" y="105923"/>
                </a:cubicBezTo>
                <a:lnTo>
                  <a:pt x="68094" y="102140"/>
                </a:lnTo>
                <a:close/>
                <a:moveTo>
                  <a:pt x="43504" y="26481"/>
                </a:moveTo>
                <a:cubicBezTo>
                  <a:pt x="34094" y="26481"/>
                  <a:pt x="26481" y="34094"/>
                  <a:pt x="26481" y="43504"/>
                </a:cubicBezTo>
                <a:cubicBezTo>
                  <a:pt x="26481" y="46649"/>
                  <a:pt x="23951" y="49179"/>
                  <a:pt x="20806" y="49179"/>
                </a:cubicBezTo>
                <a:cubicBezTo>
                  <a:pt x="17662" y="49179"/>
                  <a:pt x="15132" y="46649"/>
                  <a:pt x="15132" y="43504"/>
                </a:cubicBezTo>
                <a:cubicBezTo>
                  <a:pt x="15132" y="27829"/>
                  <a:pt x="27829" y="15132"/>
                  <a:pt x="43504" y="15132"/>
                </a:cubicBezTo>
                <a:cubicBezTo>
                  <a:pt x="46649" y="15132"/>
                  <a:pt x="49179" y="17662"/>
                  <a:pt x="49179" y="20806"/>
                </a:cubicBezTo>
                <a:cubicBezTo>
                  <a:pt x="49179" y="23951"/>
                  <a:pt x="46649" y="26481"/>
                  <a:pt x="43504" y="2648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49180" y="5639450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vs Claude write differently—test both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7031" y="3587561"/>
            <a:ext cx="3733692" cy="2367496"/>
          </a:xfrm>
          <a:custGeom>
            <a:avLst/>
            <a:gdLst/>
            <a:ahLst/>
            <a:cxnLst/>
            <a:rect l="l" t="t" r="r" b="b"/>
            <a:pathLst>
              <a:path w="3733692" h="2367496">
                <a:moveTo>
                  <a:pt x="69178" y="0"/>
                </a:moveTo>
                <a:lnTo>
                  <a:pt x="3664514" y="0"/>
                </a:lnTo>
                <a:cubicBezTo>
                  <a:pt x="3702720" y="0"/>
                  <a:pt x="3733692" y="30972"/>
                  <a:pt x="3733692" y="69178"/>
                </a:cubicBezTo>
                <a:lnTo>
                  <a:pt x="3733692" y="2298318"/>
                </a:lnTo>
                <a:cubicBezTo>
                  <a:pt x="3733692" y="2336524"/>
                  <a:pt x="3702720" y="2367496"/>
                  <a:pt x="3664514" y="2367496"/>
                </a:cubicBezTo>
                <a:lnTo>
                  <a:pt x="69178" y="2367496"/>
                </a:lnTo>
                <a:cubicBezTo>
                  <a:pt x="30972" y="2367496"/>
                  <a:pt x="0" y="2336524"/>
                  <a:pt x="0" y="2298318"/>
                </a:cubicBezTo>
                <a:lnTo>
                  <a:pt x="0" y="69178"/>
                </a:lnTo>
                <a:cubicBezTo>
                  <a:pt x="0" y="30998"/>
                  <a:pt x="30998" y="0"/>
                  <a:pt x="69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48839" y="3729367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207523" y="0"/>
                </a:moveTo>
                <a:lnTo>
                  <a:pt x="207523" y="0"/>
                </a:lnTo>
                <a:cubicBezTo>
                  <a:pt x="322135" y="0"/>
                  <a:pt x="415047" y="92911"/>
                  <a:pt x="415047" y="207523"/>
                </a:cubicBezTo>
                <a:lnTo>
                  <a:pt x="415047" y="207523"/>
                </a:lnTo>
                <a:cubicBezTo>
                  <a:pt x="415047" y="322135"/>
                  <a:pt x="322135" y="415047"/>
                  <a:pt x="207523" y="415047"/>
                </a:cubicBezTo>
                <a:lnTo>
                  <a:pt x="207523" y="415047"/>
                </a:lnTo>
                <a:cubicBezTo>
                  <a:pt x="92911" y="415047"/>
                  <a:pt x="0" y="322135"/>
                  <a:pt x="0" y="207523"/>
                </a:cubicBezTo>
                <a:lnTo>
                  <a:pt x="0" y="207523"/>
                </a:lnTo>
                <a:cubicBezTo>
                  <a:pt x="0" y="92911"/>
                  <a:pt x="92911" y="0"/>
                  <a:pt x="207523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91512" y="3850422"/>
            <a:ext cx="129702" cy="172936"/>
          </a:xfrm>
          <a:custGeom>
            <a:avLst/>
            <a:gdLst/>
            <a:ahLst/>
            <a:cxnLst/>
            <a:rect l="l" t="t" r="r" b="b"/>
            <a:pathLst>
              <a:path w="129702" h="172936">
                <a:moveTo>
                  <a:pt x="84408" y="22563"/>
                </a:moveTo>
                <a:cubicBezTo>
                  <a:pt x="87920" y="17733"/>
                  <a:pt x="86840" y="10977"/>
                  <a:pt x="82010" y="7465"/>
                </a:cubicBezTo>
                <a:cubicBezTo>
                  <a:pt x="77180" y="3952"/>
                  <a:pt x="70424" y="5033"/>
                  <a:pt x="66911" y="9863"/>
                </a:cubicBezTo>
                <a:lnTo>
                  <a:pt x="31108" y="59075"/>
                </a:lnTo>
                <a:lnTo>
                  <a:pt x="18442" y="46409"/>
                </a:lnTo>
                <a:cubicBezTo>
                  <a:pt x="14220" y="42187"/>
                  <a:pt x="7363" y="42187"/>
                  <a:pt x="3141" y="46409"/>
                </a:cubicBezTo>
                <a:cubicBezTo>
                  <a:pt x="-1081" y="50631"/>
                  <a:pt x="-1081" y="57488"/>
                  <a:pt x="3141" y="61710"/>
                </a:cubicBezTo>
                <a:lnTo>
                  <a:pt x="24758" y="83327"/>
                </a:lnTo>
                <a:cubicBezTo>
                  <a:pt x="26988" y="85556"/>
                  <a:pt x="30095" y="86705"/>
                  <a:pt x="33236" y="86468"/>
                </a:cubicBezTo>
                <a:cubicBezTo>
                  <a:pt x="36377" y="86232"/>
                  <a:pt x="39282" y="84610"/>
                  <a:pt x="41140" y="82043"/>
                </a:cubicBezTo>
                <a:lnTo>
                  <a:pt x="84374" y="22597"/>
                </a:lnTo>
                <a:close/>
                <a:moveTo>
                  <a:pt x="127642" y="68499"/>
                </a:moveTo>
                <a:cubicBezTo>
                  <a:pt x="131155" y="63669"/>
                  <a:pt x="130074" y="56914"/>
                  <a:pt x="125244" y="53401"/>
                </a:cubicBezTo>
                <a:cubicBezTo>
                  <a:pt x="120414" y="49888"/>
                  <a:pt x="113658" y="50969"/>
                  <a:pt x="110145" y="55799"/>
                </a:cubicBezTo>
                <a:lnTo>
                  <a:pt x="52725" y="134735"/>
                </a:lnTo>
                <a:lnTo>
                  <a:pt x="29251" y="111260"/>
                </a:lnTo>
                <a:cubicBezTo>
                  <a:pt x="25028" y="107038"/>
                  <a:pt x="18172" y="107038"/>
                  <a:pt x="13950" y="111260"/>
                </a:cubicBezTo>
                <a:cubicBezTo>
                  <a:pt x="9728" y="115482"/>
                  <a:pt x="9728" y="122339"/>
                  <a:pt x="13950" y="126561"/>
                </a:cubicBezTo>
                <a:lnTo>
                  <a:pt x="46375" y="158986"/>
                </a:lnTo>
                <a:cubicBezTo>
                  <a:pt x="48605" y="161216"/>
                  <a:pt x="51712" y="162364"/>
                  <a:pt x="54853" y="162128"/>
                </a:cubicBezTo>
                <a:cubicBezTo>
                  <a:pt x="57994" y="161891"/>
                  <a:pt x="60899" y="160270"/>
                  <a:pt x="62757" y="157703"/>
                </a:cubicBezTo>
                <a:lnTo>
                  <a:pt x="127608" y="68533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48839" y="4248175"/>
            <a:ext cx="353654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Fact-Check Everything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48839" y="4559460"/>
            <a:ext cx="3519251" cy="86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generate plausible-sounding but incorrect information. Always verify facts, statistics, and claims.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48839" y="5532231"/>
            <a:ext cx="3450077" cy="6917"/>
          </a:xfrm>
          <a:custGeom>
            <a:avLst/>
            <a:gdLst/>
            <a:ahLst/>
            <a:cxnLst/>
            <a:rect l="l" t="t" r="r" b="b"/>
            <a:pathLst>
              <a:path w="3450077" h="6917">
                <a:moveTo>
                  <a:pt x="0" y="0"/>
                </a:moveTo>
                <a:lnTo>
                  <a:pt x="3450077" y="0"/>
                </a:lnTo>
                <a:lnTo>
                  <a:pt x="3450077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66133" y="5660206"/>
            <a:ext cx="121055" cy="121055"/>
          </a:xfrm>
          <a:custGeom>
            <a:avLst/>
            <a:gdLst/>
            <a:ahLst/>
            <a:cxnLst/>
            <a:rect l="l" t="t" r="r" b="b"/>
            <a:pathLst>
              <a:path w="121055" h="121055">
                <a:moveTo>
                  <a:pt x="60528" y="0"/>
                </a:moveTo>
                <a:cubicBezTo>
                  <a:pt x="64003" y="0"/>
                  <a:pt x="67195" y="1915"/>
                  <a:pt x="68850" y="4965"/>
                </a:cubicBezTo>
                <a:lnTo>
                  <a:pt x="119920" y="99540"/>
                </a:lnTo>
                <a:cubicBezTo>
                  <a:pt x="121505" y="102471"/>
                  <a:pt x="121434" y="106018"/>
                  <a:pt x="119731" y="108879"/>
                </a:cubicBezTo>
                <a:cubicBezTo>
                  <a:pt x="118029" y="111740"/>
                  <a:pt x="114932" y="113489"/>
                  <a:pt x="111598" y="113489"/>
                </a:cubicBezTo>
                <a:lnTo>
                  <a:pt x="9457" y="113489"/>
                </a:lnTo>
                <a:cubicBezTo>
                  <a:pt x="6124" y="113489"/>
                  <a:pt x="3050" y="111740"/>
                  <a:pt x="1324" y="108879"/>
                </a:cubicBezTo>
                <a:cubicBezTo>
                  <a:pt x="-402" y="106018"/>
                  <a:pt x="-449" y="102471"/>
                  <a:pt x="1135" y="99540"/>
                </a:cubicBezTo>
                <a:lnTo>
                  <a:pt x="52205" y="4965"/>
                </a:lnTo>
                <a:cubicBezTo>
                  <a:pt x="53860" y="1915"/>
                  <a:pt x="57052" y="0"/>
                  <a:pt x="60528" y="0"/>
                </a:cubicBezTo>
                <a:close/>
                <a:moveTo>
                  <a:pt x="60528" y="39721"/>
                </a:moveTo>
                <a:cubicBezTo>
                  <a:pt x="57383" y="39721"/>
                  <a:pt x="54853" y="42251"/>
                  <a:pt x="54853" y="45396"/>
                </a:cubicBezTo>
                <a:lnTo>
                  <a:pt x="54853" y="71877"/>
                </a:lnTo>
                <a:cubicBezTo>
                  <a:pt x="54853" y="75021"/>
                  <a:pt x="57383" y="77551"/>
                  <a:pt x="60528" y="77551"/>
                </a:cubicBezTo>
                <a:cubicBezTo>
                  <a:pt x="63672" y="77551"/>
                  <a:pt x="66202" y="75021"/>
                  <a:pt x="66202" y="71877"/>
                </a:cubicBezTo>
                <a:lnTo>
                  <a:pt x="66202" y="45396"/>
                </a:lnTo>
                <a:cubicBezTo>
                  <a:pt x="66202" y="42251"/>
                  <a:pt x="63672" y="39721"/>
                  <a:pt x="60528" y="39721"/>
                </a:cubicBezTo>
                <a:close/>
                <a:moveTo>
                  <a:pt x="66841" y="90791"/>
                </a:moveTo>
                <a:cubicBezTo>
                  <a:pt x="66984" y="88448"/>
                  <a:pt x="65816" y="86219"/>
                  <a:pt x="63807" y="85004"/>
                </a:cubicBezTo>
                <a:cubicBezTo>
                  <a:pt x="61798" y="83789"/>
                  <a:pt x="59281" y="83789"/>
                  <a:pt x="57272" y="85004"/>
                </a:cubicBezTo>
                <a:cubicBezTo>
                  <a:pt x="55263" y="86219"/>
                  <a:pt x="54095" y="88448"/>
                  <a:pt x="54238" y="90791"/>
                </a:cubicBezTo>
                <a:cubicBezTo>
                  <a:pt x="54095" y="93135"/>
                  <a:pt x="55263" y="95364"/>
                  <a:pt x="57272" y="96579"/>
                </a:cubicBezTo>
                <a:cubicBezTo>
                  <a:pt x="59281" y="97794"/>
                  <a:pt x="61798" y="97794"/>
                  <a:pt x="63807" y="96579"/>
                </a:cubicBezTo>
                <a:cubicBezTo>
                  <a:pt x="65816" y="95364"/>
                  <a:pt x="66984" y="93135"/>
                  <a:pt x="66841" y="9079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428031" y="5639450"/>
            <a:ext cx="33314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plagiarism detection tools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63166" y="6096000"/>
            <a:ext cx="11482962" cy="415047"/>
          </a:xfrm>
          <a:custGeom>
            <a:avLst/>
            <a:gdLst/>
            <a:ahLst/>
            <a:cxnLst/>
            <a:rect l="l" t="t" r="r" b="b"/>
            <a:pathLst>
              <a:path w="11482962" h="415047">
                <a:moveTo>
                  <a:pt x="0" y="0"/>
                </a:moveTo>
                <a:lnTo>
                  <a:pt x="11413786" y="0"/>
                </a:lnTo>
                <a:cubicBezTo>
                  <a:pt x="11451991" y="0"/>
                  <a:pt x="11482962" y="30971"/>
                  <a:pt x="11482962" y="69176"/>
                </a:cubicBezTo>
                <a:lnTo>
                  <a:pt x="11482962" y="345871"/>
                </a:lnTo>
                <a:cubicBezTo>
                  <a:pt x="11482962" y="384076"/>
                  <a:pt x="11451991" y="415047"/>
                  <a:pt x="11413786" y="415047"/>
                </a:cubicBezTo>
                <a:lnTo>
                  <a:pt x="0" y="415047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63166" y="6096000"/>
            <a:ext cx="34587" cy="415047"/>
          </a:xfrm>
          <a:custGeom>
            <a:avLst/>
            <a:gdLst/>
            <a:ahLst/>
            <a:cxnLst/>
            <a:rect l="l" t="t" r="r" b="b"/>
            <a:pathLst>
              <a:path w="34587" h="415047">
                <a:moveTo>
                  <a:pt x="0" y="0"/>
                </a:moveTo>
                <a:lnTo>
                  <a:pt x="34587" y="0"/>
                </a:lnTo>
                <a:lnTo>
                  <a:pt x="34587" y="415047"/>
                </a:lnTo>
                <a:lnTo>
                  <a:pt x="0" y="415047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4221" y="6199762"/>
            <a:ext cx="11327319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r>
              <a:rPr lang="en-US" sz="108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difference between good AI content and great content isn't the technology—it's whether you're willing to put in the work after the AI stops typing.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f1815ceb92bf683938e80e04c61e7a0bc930a3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933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1000" y="2169802"/>
            <a:ext cx="625792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Measuring Success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Avoiding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4A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970152"/>
            <a:ext cx="6029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Content Improvement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Measurement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to Monitor Content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2188845" cy="3046095"/>
          </a:xfrm>
          <a:custGeom>
            <a:avLst/>
            <a:gdLst/>
            <a:ahLst/>
            <a:cxnLst/>
            <a:rect l="l" t="t" r="r" b="b"/>
            <a:pathLst>
              <a:path w="2188845" h="3046095">
                <a:moveTo>
                  <a:pt x="76194" y="0"/>
                </a:moveTo>
                <a:lnTo>
                  <a:pt x="2112651" y="0"/>
                </a:lnTo>
                <a:cubicBezTo>
                  <a:pt x="2154732" y="0"/>
                  <a:pt x="2188845" y="34113"/>
                  <a:pt x="2188845" y="76194"/>
                </a:cubicBezTo>
                <a:lnTo>
                  <a:pt x="2188845" y="2969901"/>
                </a:lnTo>
                <a:cubicBezTo>
                  <a:pt x="2188845" y="3011982"/>
                  <a:pt x="2154732" y="3046095"/>
                  <a:pt x="2112651" y="3046095"/>
                </a:cubicBezTo>
                <a:lnTo>
                  <a:pt x="76194" y="3046095"/>
                </a:lnTo>
                <a:cubicBezTo>
                  <a:pt x="34113" y="3046095"/>
                  <a:pt x="0" y="3011982"/>
                  <a:pt x="0" y="296990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1020" y="13411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4370" y="14744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020" y="1912627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2255527"/>
            <a:ext cx="1952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content reach and visibility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3307087"/>
            <a:ext cx="1876425" cy="7620"/>
          </a:xfrm>
          <a:custGeom>
            <a:avLst/>
            <a:gdLst/>
            <a:ahLst/>
            <a:cxnLst/>
            <a:rect l="l" t="t" r="r" b="b"/>
            <a:pathLst>
              <a:path w="1876425" h="7620">
                <a:moveTo>
                  <a:pt x="0" y="0"/>
                </a:moveTo>
                <a:lnTo>
                  <a:pt x="1876425" y="0"/>
                </a:lnTo>
                <a:lnTo>
                  <a:pt x="1876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1736" y="34480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1045" y="34251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views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404" y="3676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1045" y="36537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visitors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0070" y="3905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25003"/>
                </a:moveTo>
                <a:cubicBezTo>
                  <a:pt x="133350" y="38078"/>
                  <a:pt x="117957" y="57585"/>
                  <a:pt x="111316" y="65373"/>
                </a:cubicBezTo>
                <a:cubicBezTo>
                  <a:pt x="110326" y="66519"/>
                  <a:pt x="108868" y="66961"/>
                  <a:pt x="107539" y="66675"/>
                </a:cubicBezTo>
                <a:lnTo>
                  <a:pt x="83344" y="66675"/>
                </a:lnTo>
                <a:cubicBezTo>
                  <a:pt x="78734" y="66675"/>
                  <a:pt x="75009" y="70399"/>
                  <a:pt x="75009" y="75009"/>
                </a:cubicBezTo>
                <a:cubicBezTo>
                  <a:pt x="75009" y="79619"/>
                  <a:pt x="78734" y="83344"/>
                  <a:pt x="83344" y="83344"/>
                </a:cubicBezTo>
                <a:lnTo>
                  <a:pt x="108347" y="83344"/>
                </a:lnTo>
                <a:cubicBezTo>
                  <a:pt x="122151" y="83344"/>
                  <a:pt x="133350" y="94543"/>
                  <a:pt x="133350" y="108347"/>
                </a:cubicBezTo>
                <a:cubicBezTo>
                  <a:pt x="133350" y="122151"/>
                  <a:pt x="122151" y="133350"/>
                  <a:pt x="108347" y="133350"/>
                </a:cubicBezTo>
                <a:lnTo>
                  <a:pt x="36359" y="133350"/>
                </a:lnTo>
                <a:cubicBezTo>
                  <a:pt x="38625" y="130772"/>
                  <a:pt x="41385" y="127464"/>
                  <a:pt x="44172" y="123765"/>
                </a:cubicBezTo>
                <a:cubicBezTo>
                  <a:pt x="45813" y="121578"/>
                  <a:pt x="47506" y="119182"/>
                  <a:pt x="49121" y="116681"/>
                </a:cubicBezTo>
                <a:lnTo>
                  <a:pt x="108347" y="116681"/>
                </a:lnTo>
                <a:cubicBezTo>
                  <a:pt x="112957" y="116681"/>
                  <a:pt x="116681" y="112957"/>
                  <a:pt x="116681" y="108347"/>
                </a:cubicBezTo>
                <a:cubicBezTo>
                  <a:pt x="116681" y="103737"/>
                  <a:pt x="112957" y="100013"/>
                  <a:pt x="108347" y="100013"/>
                </a:cubicBezTo>
                <a:lnTo>
                  <a:pt x="83344" y="100013"/>
                </a:lnTo>
                <a:cubicBezTo>
                  <a:pt x="69540" y="100013"/>
                  <a:pt x="58341" y="88813"/>
                  <a:pt x="58341" y="75009"/>
                </a:cubicBezTo>
                <a:cubicBezTo>
                  <a:pt x="58341" y="61206"/>
                  <a:pt x="69540" y="50006"/>
                  <a:pt x="83344" y="50006"/>
                </a:cubicBezTo>
                <a:lnTo>
                  <a:pt x="93710" y="50006"/>
                </a:lnTo>
                <a:cubicBezTo>
                  <a:pt x="88240" y="41802"/>
                  <a:pt x="83344" y="32374"/>
                  <a:pt x="83344" y="25003"/>
                </a:cubicBezTo>
                <a:cubicBezTo>
                  <a:pt x="83344" y="11199"/>
                  <a:pt x="94543" y="0"/>
                  <a:pt x="108347" y="0"/>
                </a:cubicBezTo>
                <a:cubicBezTo>
                  <a:pt x="122151" y="0"/>
                  <a:pt x="133350" y="11199"/>
                  <a:pt x="133350" y="25003"/>
                </a:cubicBezTo>
                <a:close/>
                <a:moveTo>
                  <a:pt x="30499" y="127386"/>
                </a:moveTo>
                <a:cubicBezTo>
                  <a:pt x="29509" y="128506"/>
                  <a:pt x="28623" y="129495"/>
                  <a:pt x="27868" y="130329"/>
                </a:cubicBezTo>
                <a:lnTo>
                  <a:pt x="27399" y="130850"/>
                </a:lnTo>
                <a:lnTo>
                  <a:pt x="27347" y="130798"/>
                </a:lnTo>
                <a:cubicBezTo>
                  <a:pt x="25784" y="131996"/>
                  <a:pt x="23545" y="131839"/>
                  <a:pt x="22138" y="130329"/>
                </a:cubicBezTo>
                <a:cubicBezTo>
                  <a:pt x="15575" y="123192"/>
                  <a:pt x="0" y="104831"/>
                  <a:pt x="0" y="91678"/>
                </a:cubicBezTo>
                <a:cubicBezTo>
                  <a:pt x="0" y="77874"/>
                  <a:pt x="11199" y="66675"/>
                  <a:pt x="25003" y="66675"/>
                </a:cubicBezTo>
                <a:cubicBezTo>
                  <a:pt x="38807" y="66675"/>
                  <a:pt x="50006" y="77874"/>
                  <a:pt x="50006" y="91678"/>
                </a:cubicBezTo>
                <a:cubicBezTo>
                  <a:pt x="50006" y="99492"/>
                  <a:pt x="44511" y="109128"/>
                  <a:pt x="38677" y="117176"/>
                </a:cubicBezTo>
                <a:cubicBezTo>
                  <a:pt x="35890" y="121005"/>
                  <a:pt x="33025" y="124469"/>
                  <a:pt x="30655" y="127203"/>
                </a:cubicBezTo>
                <a:lnTo>
                  <a:pt x="30499" y="127386"/>
                </a:lnTo>
                <a:close/>
                <a:moveTo>
                  <a:pt x="33337" y="91678"/>
                </a:moveTo>
                <a:cubicBezTo>
                  <a:pt x="33337" y="87078"/>
                  <a:pt x="29603" y="83344"/>
                  <a:pt x="25003" y="83344"/>
                </a:cubicBezTo>
                <a:cubicBezTo>
                  <a:pt x="20403" y="83344"/>
                  <a:pt x="16669" y="87078"/>
                  <a:pt x="16669" y="91678"/>
                </a:cubicBezTo>
                <a:cubicBezTo>
                  <a:pt x="16669" y="96278"/>
                  <a:pt x="20403" y="100013"/>
                  <a:pt x="25003" y="100013"/>
                </a:cubicBezTo>
                <a:cubicBezTo>
                  <a:pt x="29603" y="100013"/>
                  <a:pt x="33337" y="96278"/>
                  <a:pt x="33337" y="91678"/>
                </a:cubicBezTo>
                <a:close/>
                <a:moveTo>
                  <a:pt x="108347" y="33337"/>
                </a:moveTo>
                <a:cubicBezTo>
                  <a:pt x="112947" y="33337"/>
                  <a:pt x="116681" y="29603"/>
                  <a:pt x="116681" y="25003"/>
                </a:cubicBezTo>
                <a:cubicBezTo>
                  <a:pt x="116681" y="20403"/>
                  <a:pt x="112947" y="16669"/>
                  <a:pt x="108347" y="16669"/>
                </a:cubicBezTo>
                <a:cubicBezTo>
                  <a:pt x="103747" y="16669"/>
                  <a:pt x="100013" y="20403"/>
                  <a:pt x="100013" y="25003"/>
                </a:cubicBezTo>
                <a:cubicBezTo>
                  <a:pt x="100013" y="29603"/>
                  <a:pt x="103747" y="33337"/>
                  <a:pt x="108347" y="3333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1045" y="38823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sources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93670" y="1184910"/>
            <a:ext cx="2188845" cy="3046095"/>
          </a:xfrm>
          <a:custGeom>
            <a:avLst/>
            <a:gdLst/>
            <a:ahLst/>
            <a:cxnLst/>
            <a:rect l="l" t="t" r="r" b="b"/>
            <a:pathLst>
              <a:path w="2188845" h="3046095">
                <a:moveTo>
                  <a:pt x="76194" y="0"/>
                </a:moveTo>
                <a:lnTo>
                  <a:pt x="2112651" y="0"/>
                </a:lnTo>
                <a:cubicBezTo>
                  <a:pt x="2154732" y="0"/>
                  <a:pt x="2188845" y="34113"/>
                  <a:pt x="2188845" y="76194"/>
                </a:cubicBezTo>
                <a:lnTo>
                  <a:pt x="2188845" y="2969901"/>
                </a:lnTo>
                <a:cubicBezTo>
                  <a:pt x="2188845" y="3011982"/>
                  <a:pt x="2154732" y="3046095"/>
                  <a:pt x="2112651" y="3046095"/>
                </a:cubicBezTo>
                <a:lnTo>
                  <a:pt x="76194" y="3046095"/>
                </a:lnTo>
                <a:cubicBezTo>
                  <a:pt x="34113" y="3046095"/>
                  <a:pt x="0" y="3011982"/>
                  <a:pt x="0" y="296990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49880" y="13411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83230" y="14744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49880" y="1912627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49880" y="2255527"/>
            <a:ext cx="1952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content quality and resonance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49880" y="3307087"/>
            <a:ext cx="1876425" cy="7620"/>
          </a:xfrm>
          <a:custGeom>
            <a:avLst/>
            <a:gdLst/>
            <a:ahLst/>
            <a:cxnLst/>
            <a:rect l="l" t="t" r="r" b="b"/>
            <a:pathLst>
              <a:path w="1876425" h="7620">
                <a:moveTo>
                  <a:pt x="0" y="0"/>
                </a:moveTo>
                <a:lnTo>
                  <a:pt x="1876425" y="0"/>
                </a:lnTo>
                <a:lnTo>
                  <a:pt x="1876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6893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49905" y="34251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on page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77264" y="3676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49905" y="36537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Bounce 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860596" y="3905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49905" y="38823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2530" y="1184910"/>
            <a:ext cx="2188845" cy="3046095"/>
          </a:xfrm>
          <a:custGeom>
            <a:avLst/>
            <a:gdLst/>
            <a:ahLst/>
            <a:cxnLst/>
            <a:rect l="l" t="t" r="r" b="b"/>
            <a:pathLst>
              <a:path w="2188845" h="3046095">
                <a:moveTo>
                  <a:pt x="76194" y="0"/>
                </a:moveTo>
                <a:lnTo>
                  <a:pt x="2112651" y="0"/>
                </a:lnTo>
                <a:cubicBezTo>
                  <a:pt x="2154732" y="0"/>
                  <a:pt x="2188845" y="34113"/>
                  <a:pt x="2188845" y="76194"/>
                </a:cubicBezTo>
                <a:lnTo>
                  <a:pt x="2188845" y="2969901"/>
                </a:lnTo>
                <a:cubicBezTo>
                  <a:pt x="2188845" y="3011982"/>
                  <a:pt x="2154732" y="3046095"/>
                  <a:pt x="2112651" y="3046095"/>
                </a:cubicBezTo>
                <a:lnTo>
                  <a:pt x="76194" y="3046095"/>
                </a:lnTo>
                <a:cubicBezTo>
                  <a:pt x="34113" y="3046095"/>
                  <a:pt x="0" y="3011982"/>
                  <a:pt x="0" y="296990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2700000" scaled="1"/>
          </a:gradFill>
          <a:ln w="10160">
            <a:solidFill>
              <a:srgbClr val="D4A37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58740" y="13411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92090" y="14744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58740" y="1912627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Performance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58740" y="2255527"/>
            <a:ext cx="1952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search visibility and ranking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8740" y="3307087"/>
            <a:ext cx="1876425" cy="7620"/>
          </a:xfrm>
          <a:custGeom>
            <a:avLst/>
            <a:gdLst/>
            <a:ahLst/>
            <a:cxnLst/>
            <a:rect l="l" t="t" r="r" b="b"/>
            <a:pathLst>
              <a:path w="1876425" h="7620">
                <a:moveTo>
                  <a:pt x="0" y="0"/>
                </a:moveTo>
                <a:lnTo>
                  <a:pt x="1876425" y="0"/>
                </a:lnTo>
                <a:lnTo>
                  <a:pt x="1876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7779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58765" y="34251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rankings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77790" y="3676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750" y="1745"/>
                </a:moveTo>
                <a:cubicBezTo>
                  <a:pt x="124417" y="156"/>
                  <a:pt x="126839" y="-417"/>
                  <a:pt x="129079" y="313"/>
                </a:cubicBezTo>
                <a:cubicBezTo>
                  <a:pt x="131631" y="1172"/>
                  <a:pt x="133350" y="3568"/>
                  <a:pt x="133350" y="6251"/>
                </a:cubicBezTo>
                <a:lnTo>
                  <a:pt x="133350" y="54929"/>
                </a:lnTo>
                <a:cubicBezTo>
                  <a:pt x="133350" y="89100"/>
                  <a:pt x="105195" y="116681"/>
                  <a:pt x="71155" y="116681"/>
                </a:cubicBezTo>
                <a:cubicBezTo>
                  <a:pt x="51100" y="116681"/>
                  <a:pt x="33806" y="103789"/>
                  <a:pt x="27529" y="85766"/>
                </a:cubicBezTo>
                <a:cubicBezTo>
                  <a:pt x="18310" y="93788"/>
                  <a:pt x="12502" y="105586"/>
                  <a:pt x="12502" y="118765"/>
                </a:cubicBezTo>
                <a:cubicBezTo>
                  <a:pt x="12502" y="122229"/>
                  <a:pt x="9715" y="125016"/>
                  <a:pt x="6251" y="125016"/>
                </a:cubicBezTo>
                <a:cubicBezTo>
                  <a:pt x="2787" y="125016"/>
                  <a:pt x="0" y="122229"/>
                  <a:pt x="0" y="118765"/>
                </a:cubicBezTo>
                <a:cubicBezTo>
                  <a:pt x="0" y="99257"/>
                  <a:pt x="9949" y="82068"/>
                  <a:pt x="25029" y="71962"/>
                </a:cubicBezTo>
                <a:cubicBezTo>
                  <a:pt x="34223" y="65816"/>
                  <a:pt x="45188" y="62508"/>
                  <a:pt x="56257" y="62508"/>
                </a:cubicBezTo>
                <a:lnTo>
                  <a:pt x="77093" y="62508"/>
                </a:lnTo>
                <a:cubicBezTo>
                  <a:pt x="80557" y="62508"/>
                  <a:pt x="83344" y="59721"/>
                  <a:pt x="83344" y="56257"/>
                </a:cubicBezTo>
                <a:cubicBezTo>
                  <a:pt x="83344" y="52793"/>
                  <a:pt x="80557" y="50006"/>
                  <a:pt x="77093" y="50006"/>
                </a:cubicBezTo>
                <a:lnTo>
                  <a:pt x="56257" y="50006"/>
                </a:lnTo>
                <a:cubicBezTo>
                  <a:pt x="45917" y="50006"/>
                  <a:pt x="36124" y="52298"/>
                  <a:pt x="27347" y="56387"/>
                </a:cubicBezTo>
                <a:cubicBezTo>
                  <a:pt x="33416" y="38156"/>
                  <a:pt x="50579" y="25003"/>
                  <a:pt x="70842" y="25003"/>
                </a:cubicBezTo>
                <a:cubicBezTo>
                  <a:pt x="88136" y="25003"/>
                  <a:pt x="101002" y="19247"/>
                  <a:pt x="109571" y="13543"/>
                </a:cubicBezTo>
                <a:cubicBezTo>
                  <a:pt x="114572" y="10210"/>
                  <a:pt x="118817" y="6225"/>
                  <a:pt x="122776" y="174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58765" y="36537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traffic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69456" y="3905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58765" y="38823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Backlinks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1390" y="1184910"/>
            <a:ext cx="2188845" cy="3046095"/>
          </a:xfrm>
          <a:custGeom>
            <a:avLst/>
            <a:gdLst/>
            <a:ahLst/>
            <a:cxnLst/>
            <a:rect l="l" t="t" r="r" b="b"/>
            <a:pathLst>
              <a:path w="2188845" h="3046095">
                <a:moveTo>
                  <a:pt x="76194" y="0"/>
                </a:moveTo>
                <a:lnTo>
                  <a:pt x="2112651" y="0"/>
                </a:lnTo>
                <a:cubicBezTo>
                  <a:pt x="2154732" y="0"/>
                  <a:pt x="2188845" y="34113"/>
                  <a:pt x="2188845" y="76194"/>
                </a:cubicBezTo>
                <a:lnTo>
                  <a:pt x="2188845" y="2969901"/>
                </a:lnTo>
                <a:cubicBezTo>
                  <a:pt x="2188845" y="3011982"/>
                  <a:pt x="2154732" y="3046095"/>
                  <a:pt x="2112651" y="3046095"/>
                </a:cubicBezTo>
                <a:lnTo>
                  <a:pt x="76194" y="3046095"/>
                </a:lnTo>
                <a:cubicBezTo>
                  <a:pt x="34113" y="3046095"/>
                  <a:pt x="0" y="3011982"/>
                  <a:pt x="0" y="296990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016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67600" y="13411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12856" y="147447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8761" y="930"/>
                </a:moveTo>
                <a:cubicBezTo>
                  <a:pt x="31775" y="-595"/>
                  <a:pt x="35421" y="-260"/>
                  <a:pt x="38100" y="1786"/>
                </a:cubicBezTo>
                <a:lnTo>
                  <a:pt x="157163" y="91046"/>
                </a:lnTo>
                <a:cubicBezTo>
                  <a:pt x="160251" y="93352"/>
                  <a:pt x="161479" y="97371"/>
                  <a:pt x="160288" y="101017"/>
                </a:cubicBezTo>
                <a:cubicBezTo>
                  <a:pt x="159097" y="104663"/>
                  <a:pt x="155674" y="107119"/>
                  <a:pt x="151805" y="107119"/>
                </a:cubicBezTo>
                <a:lnTo>
                  <a:pt x="95138" y="107119"/>
                </a:lnTo>
                <a:lnTo>
                  <a:pt x="128215" y="173236"/>
                </a:lnTo>
                <a:cubicBezTo>
                  <a:pt x="131155" y="179115"/>
                  <a:pt x="128774" y="186258"/>
                  <a:pt x="122895" y="189198"/>
                </a:cubicBezTo>
                <a:cubicBezTo>
                  <a:pt x="117016" y="192137"/>
                  <a:pt x="109872" y="189756"/>
                  <a:pt x="106933" y="183877"/>
                </a:cubicBezTo>
                <a:lnTo>
                  <a:pt x="73856" y="117760"/>
                </a:lnTo>
                <a:lnTo>
                  <a:pt x="39886" y="163078"/>
                </a:lnTo>
                <a:cubicBezTo>
                  <a:pt x="37579" y="166167"/>
                  <a:pt x="33561" y="167394"/>
                  <a:pt x="29914" y="166204"/>
                </a:cubicBezTo>
                <a:cubicBezTo>
                  <a:pt x="26268" y="165013"/>
                  <a:pt x="23812" y="161590"/>
                  <a:pt x="23812" y="157758"/>
                </a:cubicBezTo>
                <a:lnTo>
                  <a:pt x="23812" y="8930"/>
                </a:lnTo>
                <a:cubicBezTo>
                  <a:pt x="23812" y="5544"/>
                  <a:pt x="25710" y="2456"/>
                  <a:pt x="28761" y="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67600" y="1912627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Metrics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67600" y="2255527"/>
            <a:ext cx="1952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business impact and ROI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67600" y="3307087"/>
            <a:ext cx="1876425" cy="7620"/>
          </a:xfrm>
          <a:custGeom>
            <a:avLst/>
            <a:gdLst/>
            <a:ahLst/>
            <a:cxnLst/>
            <a:rect l="l" t="t" r="r" b="b"/>
            <a:pathLst>
              <a:path w="1876425" h="7620">
                <a:moveTo>
                  <a:pt x="0" y="0"/>
                </a:moveTo>
                <a:lnTo>
                  <a:pt x="1876425" y="0"/>
                </a:lnTo>
                <a:lnTo>
                  <a:pt x="1876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48665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67625" y="34251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CTA clicks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86650" y="3676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67625" y="36537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Newsletter signups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69981" y="39052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35421" y="33337"/>
                </a:moveTo>
                <a:cubicBezTo>
                  <a:pt x="35421" y="16088"/>
                  <a:pt x="49425" y="2084"/>
                  <a:pt x="66675" y="2084"/>
                </a:cubicBezTo>
                <a:cubicBezTo>
                  <a:pt x="83925" y="2084"/>
                  <a:pt x="97929" y="16088"/>
                  <a:pt x="97929" y="33337"/>
                </a:cubicBezTo>
                <a:cubicBezTo>
                  <a:pt x="97929" y="50587"/>
                  <a:pt x="83925" y="64591"/>
                  <a:pt x="66675" y="64591"/>
                </a:cubicBezTo>
                <a:cubicBezTo>
                  <a:pt x="49425" y="64591"/>
                  <a:pt x="35421" y="50587"/>
                  <a:pt x="35421" y="33337"/>
                </a:cubicBezTo>
                <a:close/>
                <a:moveTo>
                  <a:pt x="12502" y="125615"/>
                </a:moveTo>
                <a:cubicBezTo>
                  <a:pt x="12502" y="99960"/>
                  <a:pt x="33285" y="79177"/>
                  <a:pt x="58940" y="79177"/>
                </a:cubicBezTo>
                <a:lnTo>
                  <a:pt x="74410" y="79177"/>
                </a:lnTo>
                <a:cubicBezTo>
                  <a:pt x="100065" y="79177"/>
                  <a:pt x="120848" y="99960"/>
                  <a:pt x="120848" y="125615"/>
                </a:cubicBezTo>
                <a:cubicBezTo>
                  <a:pt x="120848" y="129886"/>
                  <a:pt x="117384" y="133350"/>
                  <a:pt x="113113" y="133350"/>
                </a:cubicBezTo>
                <a:lnTo>
                  <a:pt x="20237" y="133350"/>
                </a:lnTo>
                <a:cubicBezTo>
                  <a:pt x="15966" y="133350"/>
                  <a:pt x="12502" y="129886"/>
                  <a:pt x="12502" y="125615"/>
                </a:cubicBezTo>
                <a:close/>
                <a:moveTo>
                  <a:pt x="141684" y="25003"/>
                </a:moveTo>
                <a:cubicBezTo>
                  <a:pt x="145148" y="25003"/>
                  <a:pt x="147935" y="27790"/>
                  <a:pt x="147935" y="31254"/>
                </a:cubicBezTo>
                <a:lnTo>
                  <a:pt x="147935" y="43755"/>
                </a:lnTo>
                <a:lnTo>
                  <a:pt x="160437" y="43755"/>
                </a:lnTo>
                <a:cubicBezTo>
                  <a:pt x="163901" y="43755"/>
                  <a:pt x="166688" y="46542"/>
                  <a:pt x="166688" y="50006"/>
                </a:cubicBezTo>
                <a:cubicBezTo>
                  <a:pt x="166688" y="53470"/>
                  <a:pt x="163901" y="56257"/>
                  <a:pt x="160437" y="56257"/>
                </a:cubicBezTo>
                <a:lnTo>
                  <a:pt x="147935" y="56257"/>
                </a:lnTo>
                <a:lnTo>
                  <a:pt x="147935" y="68759"/>
                </a:lnTo>
                <a:cubicBezTo>
                  <a:pt x="147935" y="72223"/>
                  <a:pt x="145148" y="75009"/>
                  <a:pt x="141684" y="75009"/>
                </a:cubicBezTo>
                <a:cubicBezTo>
                  <a:pt x="138220" y="75009"/>
                  <a:pt x="135434" y="72223"/>
                  <a:pt x="135434" y="68759"/>
                </a:cubicBezTo>
                <a:lnTo>
                  <a:pt x="135434" y="56257"/>
                </a:lnTo>
                <a:lnTo>
                  <a:pt x="122932" y="56257"/>
                </a:lnTo>
                <a:cubicBezTo>
                  <a:pt x="119468" y="56257"/>
                  <a:pt x="116681" y="53470"/>
                  <a:pt x="116681" y="50006"/>
                </a:cubicBezTo>
                <a:cubicBezTo>
                  <a:pt x="116681" y="46542"/>
                  <a:pt x="119468" y="43755"/>
                  <a:pt x="122932" y="43755"/>
                </a:cubicBezTo>
                <a:lnTo>
                  <a:pt x="135434" y="43755"/>
                </a:lnTo>
                <a:lnTo>
                  <a:pt x="135434" y="31254"/>
                </a:lnTo>
                <a:cubicBezTo>
                  <a:pt x="135434" y="27790"/>
                  <a:pt x="138220" y="25003"/>
                  <a:pt x="141684" y="2500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67625" y="38823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Leads generated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620250" y="1184910"/>
            <a:ext cx="2188845" cy="3046095"/>
          </a:xfrm>
          <a:custGeom>
            <a:avLst/>
            <a:gdLst/>
            <a:ahLst/>
            <a:cxnLst/>
            <a:rect l="l" t="t" r="r" b="b"/>
            <a:pathLst>
              <a:path w="2188845" h="3046095">
                <a:moveTo>
                  <a:pt x="76194" y="0"/>
                </a:moveTo>
                <a:lnTo>
                  <a:pt x="2112651" y="0"/>
                </a:lnTo>
                <a:cubicBezTo>
                  <a:pt x="2154732" y="0"/>
                  <a:pt x="2188845" y="34113"/>
                  <a:pt x="2188845" y="76194"/>
                </a:cubicBezTo>
                <a:lnTo>
                  <a:pt x="2188845" y="2969901"/>
                </a:lnTo>
                <a:cubicBezTo>
                  <a:pt x="2188845" y="3011982"/>
                  <a:pt x="2154732" y="3046095"/>
                  <a:pt x="2112651" y="3046095"/>
                </a:cubicBezTo>
                <a:lnTo>
                  <a:pt x="76194" y="3046095"/>
                </a:lnTo>
                <a:cubicBezTo>
                  <a:pt x="34113" y="3046095"/>
                  <a:pt x="0" y="3011982"/>
                  <a:pt x="0" y="296990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0160">
            <a:solidFill>
              <a:srgbClr val="8D99A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776460" y="13411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909810" y="14744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2875" y="71438"/>
                </a:moveTo>
                <a:cubicBezTo>
                  <a:pt x="162595" y="71438"/>
                  <a:pt x="178594" y="55438"/>
                  <a:pt x="178594" y="35719"/>
                </a:cubicBezTo>
                <a:cubicBezTo>
                  <a:pt x="178594" y="15999"/>
                  <a:pt x="162595" y="0"/>
                  <a:pt x="142875" y="0"/>
                </a:cubicBezTo>
                <a:cubicBezTo>
                  <a:pt x="123155" y="0"/>
                  <a:pt x="107156" y="15999"/>
                  <a:pt x="107156" y="35719"/>
                </a:cubicBezTo>
                <a:cubicBezTo>
                  <a:pt x="107156" y="37728"/>
                  <a:pt x="107342" y="39737"/>
                  <a:pt x="107640" y="41672"/>
                </a:cubicBezTo>
                <a:lnTo>
                  <a:pt x="59382" y="68498"/>
                </a:lnTo>
                <a:cubicBezTo>
                  <a:pt x="53094" y="62917"/>
                  <a:pt x="44797" y="59531"/>
                  <a:pt x="35719" y="59531"/>
                </a:cubicBezTo>
                <a:cubicBezTo>
                  <a:pt x="15999" y="59531"/>
                  <a:pt x="0" y="75530"/>
                  <a:pt x="0" y="95250"/>
                </a:cubicBezTo>
                <a:cubicBezTo>
                  <a:pt x="0" y="114970"/>
                  <a:pt x="15999" y="130969"/>
                  <a:pt x="35719" y="130969"/>
                </a:cubicBezTo>
                <a:cubicBezTo>
                  <a:pt x="44797" y="130969"/>
                  <a:pt x="53057" y="127583"/>
                  <a:pt x="59382" y="122002"/>
                </a:cubicBezTo>
                <a:lnTo>
                  <a:pt x="107640" y="148828"/>
                </a:lnTo>
                <a:cubicBezTo>
                  <a:pt x="107305" y="150763"/>
                  <a:pt x="107156" y="152735"/>
                  <a:pt x="107156" y="154781"/>
                </a:cubicBezTo>
                <a:cubicBezTo>
                  <a:pt x="107156" y="174501"/>
                  <a:pt x="123155" y="190500"/>
                  <a:pt x="142875" y="190500"/>
                </a:cubicBezTo>
                <a:cubicBezTo>
                  <a:pt x="162595" y="190500"/>
                  <a:pt x="178594" y="174501"/>
                  <a:pt x="178594" y="154781"/>
                </a:cubicBezTo>
                <a:cubicBezTo>
                  <a:pt x="178594" y="135062"/>
                  <a:pt x="162595" y="119063"/>
                  <a:pt x="142875" y="119063"/>
                </a:cubicBezTo>
                <a:cubicBezTo>
                  <a:pt x="133796" y="119063"/>
                  <a:pt x="125537" y="122448"/>
                  <a:pt x="119211" y="128029"/>
                </a:cubicBezTo>
                <a:lnTo>
                  <a:pt x="70954" y="101203"/>
                </a:lnTo>
                <a:cubicBezTo>
                  <a:pt x="71289" y="99268"/>
                  <a:pt x="71438" y="97296"/>
                  <a:pt x="71438" y="95250"/>
                </a:cubicBezTo>
                <a:cubicBezTo>
                  <a:pt x="71438" y="93204"/>
                  <a:pt x="71251" y="91232"/>
                  <a:pt x="70954" y="89297"/>
                </a:cubicBezTo>
                <a:lnTo>
                  <a:pt x="119211" y="62471"/>
                </a:lnTo>
                <a:cubicBezTo>
                  <a:pt x="125499" y="68052"/>
                  <a:pt x="133796" y="71438"/>
                  <a:pt x="142875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76460" y="1912627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Metrics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776460" y="2255527"/>
            <a:ext cx="1952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social amplification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776460" y="3307087"/>
            <a:ext cx="1876425" cy="7620"/>
          </a:xfrm>
          <a:custGeom>
            <a:avLst/>
            <a:gdLst/>
            <a:ahLst/>
            <a:cxnLst/>
            <a:rect l="l" t="t" r="r" b="b"/>
            <a:pathLst>
              <a:path w="1876425" h="7620">
                <a:moveTo>
                  <a:pt x="0" y="0"/>
                </a:moveTo>
                <a:lnTo>
                  <a:pt x="1876425" y="0"/>
                </a:lnTo>
                <a:lnTo>
                  <a:pt x="1876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79551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0166" y="4792"/>
                </a:moveTo>
                <a:cubicBezTo>
                  <a:pt x="77041" y="6095"/>
                  <a:pt x="75009" y="9116"/>
                  <a:pt x="75009" y="12502"/>
                </a:cubicBezTo>
                <a:lnTo>
                  <a:pt x="75009" y="33337"/>
                </a:lnTo>
                <a:lnTo>
                  <a:pt x="45839" y="33337"/>
                </a:lnTo>
                <a:cubicBezTo>
                  <a:pt x="20523" y="33337"/>
                  <a:pt x="0" y="53861"/>
                  <a:pt x="0" y="79177"/>
                </a:cubicBezTo>
                <a:cubicBezTo>
                  <a:pt x="0" y="108685"/>
                  <a:pt x="21227" y="121864"/>
                  <a:pt x="26097" y="124521"/>
                </a:cubicBezTo>
                <a:cubicBezTo>
                  <a:pt x="26748" y="124885"/>
                  <a:pt x="27477" y="125016"/>
                  <a:pt x="28207" y="125016"/>
                </a:cubicBezTo>
                <a:cubicBezTo>
                  <a:pt x="31046" y="125016"/>
                  <a:pt x="33337" y="122698"/>
                  <a:pt x="33337" y="119885"/>
                </a:cubicBezTo>
                <a:cubicBezTo>
                  <a:pt x="33337" y="117931"/>
                  <a:pt x="32218" y="116134"/>
                  <a:pt x="30785" y="114806"/>
                </a:cubicBezTo>
                <a:cubicBezTo>
                  <a:pt x="28337" y="112514"/>
                  <a:pt x="25003" y="107930"/>
                  <a:pt x="25003" y="100039"/>
                </a:cubicBezTo>
                <a:cubicBezTo>
                  <a:pt x="25003" y="86235"/>
                  <a:pt x="36202" y="75035"/>
                  <a:pt x="50006" y="75035"/>
                </a:cubicBezTo>
                <a:lnTo>
                  <a:pt x="75009" y="75035"/>
                </a:lnTo>
                <a:lnTo>
                  <a:pt x="75009" y="95871"/>
                </a:lnTo>
                <a:cubicBezTo>
                  <a:pt x="75009" y="99231"/>
                  <a:pt x="77041" y="102278"/>
                  <a:pt x="80166" y="103581"/>
                </a:cubicBezTo>
                <a:cubicBezTo>
                  <a:pt x="83292" y="104883"/>
                  <a:pt x="86860" y="104154"/>
                  <a:pt x="89256" y="101784"/>
                </a:cubicBezTo>
                <a:lnTo>
                  <a:pt x="130928" y="60112"/>
                </a:lnTo>
                <a:cubicBezTo>
                  <a:pt x="134183" y="56856"/>
                  <a:pt x="134183" y="51569"/>
                  <a:pt x="130928" y="48313"/>
                </a:cubicBezTo>
                <a:lnTo>
                  <a:pt x="89256" y="6641"/>
                </a:lnTo>
                <a:cubicBezTo>
                  <a:pt x="86860" y="4245"/>
                  <a:pt x="83292" y="3542"/>
                  <a:pt x="80166" y="484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976485" y="34251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795510" y="3676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0836" y="41672"/>
                </a:moveTo>
                <a:cubicBezTo>
                  <a:pt x="25446" y="41672"/>
                  <a:pt x="29170" y="45396"/>
                  <a:pt x="29170" y="50006"/>
                </a:cubicBezTo>
                <a:lnTo>
                  <a:pt x="29170" y="116681"/>
                </a:lnTo>
                <a:cubicBezTo>
                  <a:pt x="29170" y="121291"/>
                  <a:pt x="25446" y="125016"/>
                  <a:pt x="20836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50006"/>
                </a:lnTo>
                <a:cubicBezTo>
                  <a:pt x="0" y="45396"/>
                  <a:pt x="3724" y="41672"/>
                  <a:pt x="8334" y="41672"/>
                </a:cubicBezTo>
                <a:lnTo>
                  <a:pt x="20836" y="41672"/>
                </a:lnTo>
                <a:close/>
                <a:moveTo>
                  <a:pt x="70478" y="4167"/>
                </a:moveTo>
                <a:cubicBezTo>
                  <a:pt x="77588" y="4167"/>
                  <a:pt x="83344" y="9923"/>
                  <a:pt x="83344" y="17033"/>
                </a:cubicBezTo>
                <a:lnTo>
                  <a:pt x="83344" y="18127"/>
                </a:lnTo>
                <a:cubicBezTo>
                  <a:pt x="83344" y="19898"/>
                  <a:pt x="83005" y="21669"/>
                  <a:pt x="82354" y="23310"/>
                </a:cubicBezTo>
                <a:lnTo>
                  <a:pt x="75009" y="41672"/>
                </a:lnTo>
                <a:lnTo>
                  <a:pt x="116681" y="41672"/>
                </a:lnTo>
                <a:cubicBezTo>
                  <a:pt x="123583" y="41672"/>
                  <a:pt x="129183" y="47272"/>
                  <a:pt x="129183" y="54173"/>
                </a:cubicBezTo>
                <a:cubicBezTo>
                  <a:pt x="129183" y="59304"/>
                  <a:pt x="126083" y="63706"/>
                  <a:pt x="121656" y="65633"/>
                </a:cubicBezTo>
                <a:cubicBezTo>
                  <a:pt x="126083" y="67561"/>
                  <a:pt x="129183" y="71962"/>
                  <a:pt x="129183" y="77093"/>
                </a:cubicBezTo>
                <a:cubicBezTo>
                  <a:pt x="129183" y="83187"/>
                  <a:pt x="124807" y="88266"/>
                  <a:pt x="119025" y="89360"/>
                </a:cubicBezTo>
                <a:cubicBezTo>
                  <a:pt x="120171" y="91261"/>
                  <a:pt x="120848" y="93475"/>
                  <a:pt x="120848" y="95845"/>
                </a:cubicBezTo>
                <a:cubicBezTo>
                  <a:pt x="120848" y="101627"/>
                  <a:pt x="116942" y="106472"/>
                  <a:pt x="111629" y="107904"/>
                </a:cubicBezTo>
                <a:cubicBezTo>
                  <a:pt x="112202" y="109337"/>
                  <a:pt x="112514" y="110899"/>
                  <a:pt x="112514" y="112514"/>
                </a:cubicBezTo>
                <a:cubicBezTo>
                  <a:pt x="112514" y="119416"/>
                  <a:pt x="106914" y="125016"/>
                  <a:pt x="100013" y="125016"/>
                </a:cubicBezTo>
                <a:lnTo>
                  <a:pt x="77119" y="125016"/>
                </a:lnTo>
                <a:cubicBezTo>
                  <a:pt x="67665" y="125016"/>
                  <a:pt x="58471" y="121786"/>
                  <a:pt x="51100" y="115874"/>
                </a:cubicBezTo>
                <a:lnTo>
                  <a:pt x="47923" y="113348"/>
                </a:lnTo>
                <a:cubicBezTo>
                  <a:pt x="43964" y="110196"/>
                  <a:pt x="41672" y="105404"/>
                  <a:pt x="41672" y="100325"/>
                </a:cubicBezTo>
                <a:lnTo>
                  <a:pt x="41672" y="51725"/>
                </a:lnTo>
                <a:cubicBezTo>
                  <a:pt x="41672" y="47845"/>
                  <a:pt x="42583" y="44016"/>
                  <a:pt x="44302" y="40552"/>
                </a:cubicBezTo>
                <a:lnTo>
                  <a:pt x="58940" y="11277"/>
                </a:lnTo>
                <a:cubicBezTo>
                  <a:pt x="61127" y="6928"/>
                  <a:pt x="65581" y="4167"/>
                  <a:pt x="70478" y="416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976485" y="36537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795510" y="3905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6669"/>
                </a:moveTo>
                <a:cubicBezTo>
                  <a:pt x="39067" y="16669"/>
                  <a:pt x="16669" y="39067"/>
                  <a:pt x="16669" y="66675"/>
                </a:cubicBezTo>
                <a:cubicBezTo>
                  <a:pt x="16669" y="94283"/>
                  <a:pt x="39067" y="116681"/>
                  <a:pt x="66675" y="116681"/>
                </a:cubicBezTo>
                <a:cubicBezTo>
                  <a:pt x="71285" y="116681"/>
                  <a:pt x="75009" y="120406"/>
                  <a:pt x="75009" y="125016"/>
                </a:cubicBezTo>
                <a:cubicBezTo>
                  <a:pt x="75009" y="129626"/>
                  <a:pt x="71285" y="133350"/>
                  <a:pt x="66675" y="133350"/>
                </a:cubicBezTo>
                <a:cubicBezTo>
                  <a:pt x="29847" y="133350"/>
                  <a:pt x="0" y="103503"/>
                  <a:pt x="0" y="66675"/>
                </a:cubicBezTo>
                <a:cubicBezTo>
                  <a:pt x="0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lnTo>
                  <a:pt x="133350" y="75009"/>
                </a:lnTo>
                <a:cubicBezTo>
                  <a:pt x="133350" y="88813"/>
                  <a:pt x="122151" y="100013"/>
                  <a:pt x="108347" y="100013"/>
                </a:cubicBezTo>
                <a:cubicBezTo>
                  <a:pt x="100716" y="100013"/>
                  <a:pt x="93866" y="96575"/>
                  <a:pt x="89282" y="91183"/>
                </a:cubicBezTo>
                <a:cubicBezTo>
                  <a:pt x="83344" y="96653"/>
                  <a:pt x="75400" y="100013"/>
                  <a:pt x="66675" y="100013"/>
                </a:cubicBezTo>
                <a:cubicBezTo>
                  <a:pt x="48261" y="100013"/>
                  <a:pt x="33337" y="85089"/>
                  <a:pt x="33337" y="66675"/>
                </a:cubicBezTo>
                <a:cubicBezTo>
                  <a:pt x="33337" y="48261"/>
                  <a:pt x="48261" y="33337"/>
                  <a:pt x="66675" y="33337"/>
                </a:cubicBezTo>
                <a:cubicBezTo>
                  <a:pt x="73942" y="33337"/>
                  <a:pt x="80661" y="35655"/>
                  <a:pt x="86131" y="39614"/>
                </a:cubicBezTo>
                <a:cubicBezTo>
                  <a:pt x="87615" y="38312"/>
                  <a:pt x="89542" y="37505"/>
                  <a:pt x="91678" y="37505"/>
                </a:cubicBezTo>
                <a:cubicBezTo>
                  <a:pt x="96288" y="37505"/>
                  <a:pt x="100013" y="41229"/>
                  <a:pt x="100013" y="45839"/>
                </a:cubicBezTo>
                <a:lnTo>
                  <a:pt x="100013" y="75009"/>
                </a:lnTo>
                <a:cubicBezTo>
                  <a:pt x="100013" y="79619"/>
                  <a:pt x="103737" y="83344"/>
                  <a:pt x="108347" y="83344"/>
                </a:cubicBezTo>
                <a:cubicBezTo>
                  <a:pt x="112957" y="83344"/>
                  <a:pt x="116681" y="79619"/>
                  <a:pt x="116681" y="75009"/>
                </a:cubicBezTo>
                <a:lnTo>
                  <a:pt x="116681" y="66675"/>
                </a:lnTo>
                <a:cubicBezTo>
                  <a:pt x="116681" y="39067"/>
                  <a:pt x="94283" y="16669"/>
                  <a:pt x="66675" y="16669"/>
                </a:cubicBezTo>
                <a:close/>
                <a:moveTo>
                  <a:pt x="83344" y="66675"/>
                </a:moveTo>
                <a:cubicBezTo>
                  <a:pt x="83344" y="57475"/>
                  <a:pt x="75875" y="50006"/>
                  <a:pt x="66675" y="50006"/>
                </a:cubicBezTo>
                <a:cubicBezTo>
                  <a:pt x="57475" y="50006"/>
                  <a:pt x="50006" y="57475"/>
                  <a:pt x="50006" y="66675"/>
                </a:cubicBezTo>
                <a:cubicBezTo>
                  <a:pt x="50006" y="75875"/>
                  <a:pt x="57475" y="83344"/>
                  <a:pt x="66675" y="83344"/>
                </a:cubicBezTo>
                <a:cubicBezTo>
                  <a:pt x="75875" y="83344"/>
                  <a:pt x="83344" y="75875"/>
                  <a:pt x="83344" y="666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976485" y="3882386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4810" y="4351024"/>
            <a:ext cx="11418570" cy="2122170"/>
          </a:xfrm>
          <a:custGeom>
            <a:avLst/>
            <a:gdLst/>
            <a:ahLst/>
            <a:cxnLst/>
            <a:rect l="l" t="t" r="r" b="b"/>
            <a:pathLst>
              <a:path w="11418570" h="2122170">
                <a:moveTo>
                  <a:pt x="76207" y="0"/>
                </a:moveTo>
                <a:lnTo>
                  <a:pt x="11342363" y="0"/>
                </a:lnTo>
                <a:cubicBezTo>
                  <a:pt x="11384451" y="0"/>
                  <a:pt x="11418570" y="34119"/>
                  <a:pt x="11418570" y="76207"/>
                </a:cubicBezTo>
                <a:lnTo>
                  <a:pt x="11418570" y="2045963"/>
                </a:lnTo>
                <a:cubicBezTo>
                  <a:pt x="11418570" y="2088051"/>
                  <a:pt x="11384451" y="2122170"/>
                  <a:pt x="11342363" y="2122170"/>
                </a:cubicBezTo>
                <a:lnTo>
                  <a:pt x="76207" y="2122170"/>
                </a:lnTo>
                <a:cubicBezTo>
                  <a:pt x="34119" y="2122170"/>
                  <a:pt x="0" y="2088051"/>
                  <a:pt x="0" y="204596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50000">
                <a:srgbClr val="8D99AE">
                  <a:alpha val="20000"/>
                </a:srgbClr>
              </a:gs>
              <a:gs pos="100000">
                <a:srgbClr val="D4A373">
                  <a:alpha val="20000"/>
                </a:srgbClr>
              </a:gs>
            </a:gsLst>
            <a:lin ang="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52926" y="453771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36295" y="4507241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Tools for Measurement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1020" y="4888241"/>
            <a:ext cx="2695575" cy="952500"/>
          </a:xfrm>
          <a:custGeom>
            <a:avLst/>
            <a:gdLst/>
            <a:ahLst/>
            <a:cxnLst/>
            <a:rect l="l" t="t" r="r" b="b"/>
            <a:pathLst>
              <a:path w="2695575" h="952500">
                <a:moveTo>
                  <a:pt x="76200" y="0"/>
                </a:moveTo>
                <a:lnTo>
                  <a:pt x="2619375" y="0"/>
                </a:lnTo>
                <a:cubicBezTo>
                  <a:pt x="2661431" y="0"/>
                  <a:pt x="2695575" y="34144"/>
                  <a:pt x="2695575" y="76200"/>
                </a:cubicBezTo>
                <a:lnTo>
                  <a:pt x="2695575" y="876300"/>
                </a:lnTo>
                <a:cubicBezTo>
                  <a:pt x="2695575" y="918356"/>
                  <a:pt x="2661431" y="952500"/>
                  <a:pt x="26193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772603" y="5002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17220" y="5307341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Analytics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1983" y="5535941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&amp; behavior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347085" y="4888241"/>
            <a:ext cx="2695575" cy="952500"/>
          </a:xfrm>
          <a:custGeom>
            <a:avLst/>
            <a:gdLst/>
            <a:ahLst/>
            <a:cxnLst/>
            <a:rect l="l" t="t" r="r" b="b"/>
            <a:pathLst>
              <a:path w="2695575" h="952500">
                <a:moveTo>
                  <a:pt x="76200" y="0"/>
                </a:moveTo>
                <a:lnTo>
                  <a:pt x="2619375" y="0"/>
                </a:lnTo>
                <a:cubicBezTo>
                  <a:pt x="2661431" y="0"/>
                  <a:pt x="2695575" y="34144"/>
                  <a:pt x="2695575" y="76200"/>
                </a:cubicBezTo>
                <a:lnTo>
                  <a:pt x="2695575" y="876300"/>
                </a:lnTo>
                <a:cubicBezTo>
                  <a:pt x="2695575" y="918356"/>
                  <a:pt x="2661431" y="952500"/>
                  <a:pt x="26193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78668" y="5002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423285" y="5307341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Console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428047" y="5535941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performance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53150" y="4888241"/>
            <a:ext cx="2695575" cy="952500"/>
          </a:xfrm>
          <a:custGeom>
            <a:avLst/>
            <a:gdLst/>
            <a:ahLst/>
            <a:cxnLst/>
            <a:rect l="l" t="t" r="r" b="b"/>
            <a:pathLst>
              <a:path w="2695575" h="952500">
                <a:moveTo>
                  <a:pt x="76200" y="0"/>
                </a:moveTo>
                <a:lnTo>
                  <a:pt x="2619375" y="0"/>
                </a:lnTo>
                <a:cubicBezTo>
                  <a:pt x="2661431" y="0"/>
                  <a:pt x="2695575" y="34144"/>
                  <a:pt x="2695575" y="76200"/>
                </a:cubicBezTo>
                <a:lnTo>
                  <a:pt x="2695575" y="876300"/>
                </a:lnTo>
                <a:cubicBezTo>
                  <a:pt x="2695575" y="918356"/>
                  <a:pt x="2661431" y="952500"/>
                  <a:pt x="26193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384732" y="5002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5860" y="313"/>
                </a:moveTo>
                <a:cubicBezTo>
                  <a:pt x="103584" y="1965"/>
                  <a:pt x="108496" y="9555"/>
                  <a:pt x="106844" y="17279"/>
                </a:cubicBezTo>
                <a:lnTo>
                  <a:pt x="98316" y="57150"/>
                </a:lnTo>
                <a:lnTo>
                  <a:pt x="154796" y="57150"/>
                </a:lnTo>
                <a:lnTo>
                  <a:pt x="164619" y="11296"/>
                </a:lnTo>
                <a:cubicBezTo>
                  <a:pt x="166271" y="3572"/>
                  <a:pt x="173861" y="-1339"/>
                  <a:pt x="181585" y="313"/>
                </a:cubicBezTo>
                <a:cubicBezTo>
                  <a:pt x="189309" y="1965"/>
                  <a:pt x="194221" y="9555"/>
                  <a:pt x="192569" y="17279"/>
                </a:cubicBezTo>
                <a:lnTo>
                  <a:pt x="184041" y="57150"/>
                </a:lnTo>
                <a:lnTo>
                  <a:pt x="214313" y="57150"/>
                </a:lnTo>
                <a:cubicBezTo>
                  <a:pt x="222215" y="57150"/>
                  <a:pt x="228600" y="63535"/>
                  <a:pt x="228600" y="71438"/>
                </a:cubicBezTo>
                <a:cubicBezTo>
                  <a:pt x="228600" y="79340"/>
                  <a:pt x="222215" y="85725"/>
                  <a:pt x="214313" y="85725"/>
                </a:cubicBezTo>
                <a:lnTo>
                  <a:pt x="177879" y="85725"/>
                </a:lnTo>
                <a:lnTo>
                  <a:pt x="165646" y="142875"/>
                </a:lnTo>
                <a:lnTo>
                  <a:pt x="195917" y="142875"/>
                </a:lnTo>
                <a:cubicBezTo>
                  <a:pt x="203820" y="142875"/>
                  <a:pt x="210205" y="149260"/>
                  <a:pt x="210205" y="157163"/>
                </a:cubicBezTo>
                <a:cubicBezTo>
                  <a:pt x="210205" y="165065"/>
                  <a:pt x="203820" y="171450"/>
                  <a:pt x="195917" y="171450"/>
                </a:cubicBezTo>
                <a:lnTo>
                  <a:pt x="159484" y="171450"/>
                </a:lnTo>
                <a:lnTo>
                  <a:pt x="149662" y="217304"/>
                </a:lnTo>
                <a:cubicBezTo>
                  <a:pt x="148010" y="225028"/>
                  <a:pt x="140419" y="229939"/>
                  <a:pt x="132695" y="228287"/>
                </a:cubicBezTo>
                <a:cubicBezTo>
                  <a:pt x="124971" y="226635"/>
                  <a:pt x="120060" y="219045"/>
                  <a:pt x="121712" y="211321"/>
                </a:cubicBezTo>
                <a:lnTo>
                  <a:pt x="130239" y="171450"/>
                </a:lnTo>
                <a:lnTo>
                  <a:pt x="73759" y="171450"/>
                </a:lnTo>
                <a:lnTo>
                  <a:pt x="63937" y="217304"/>
                </a:lnTo>
                <a:cubicBezTo>
                  <a:pt x="62285" y="225028"/>
                  <a:pt x="54694" y="229939"/>
                  <a:pt x="46970" y="228287"/>
                </a:cubicBezTo>
                <a:cubicBezTo>
                  <a:pt x="39246" y="226635"/>
                  <a:pt x="34335" y="219045"/>
                  <a:pt x="35987" y="211321"/>
                </a:cubicBezTo>
                <a:lnTo>
                  <a:pt x="44559" y="171450"/>
                </a:lnTo>
                <a:lnTo>
                  <a:pt x="14288" y="171450"/>
                </a:lnTo>
                <a:cubicBezTo>
                  <a:pt x="6385" y="171450"/>
                  <a:pt x="0" y="165065"/>
                  <a:pt x="0" y="157163"/>
                </a:cubicBezTo>
                <a:cubicBezTo>
                  <a:pt x="0" y="149260"/>
                  <a:pt x="6385" y="142875"/>
                  <a:pt x="14288" y="142875"/>
                </a:cubicBezTo>
                <a:lnTo>
                  <a:pt x="50721" y="142875"/>
                </a:lnTo>
                <a:lnTo>
                  <a:pt x="62954" y="85725"/>
                </a:lnTo>
                <a:lnTo>
                  <a:pt x="32683" y="85725"/>
                </a:lnTo>
                <a:cubicBezTo>
                  <a:pt x="24780" y="85725"/>
                  <a:pt x="18395" y="79340"/>
                  <a:pt x="18395" y="71438"/>
                </a:cubicBezTo>
                <a:cubicBezTo>
                  <a:pt x="18395" y="63535"/>
                  <a:pt x="24780" y="57150"/>
                  <a:pt x="32683" y="57150"/>
                </a:cubicBezTo>
                <a:lnTo>
                  <a:pt x="69116" y="57150"/>
                </a:lnTo>
                <a:lnTo>
                  <a:pt x="78938" y="11296"/>
                </a:lnTo>
                <a:cubicBezTo>
                  <a:pt x="80546" y="3572"/>
                  <a:pt x="88136" y="-1339"/>
                  <a:pt x="95860" y="313"/>
                </a:cubicBezTo>
                <a:close/>
                <a:moveTo>
                  <a:pt x="92154" y="85725"/>
                </a:moveTo>
                <a:lnTo>
                  <a:pt x="79921" y="142875"/>
                </a:lnTo>
                <a:lnTo>
                  <a:pt x="136401" y="142875"/>
                </a:lnTo>
                <a:lnTo>
                  <a:pt x="148635" y="85725"/>
                </a:lnTo>
                <a:lnTo>
                  <a:pt x="92154" y="8572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229350" y="5307341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Analytics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34113" y="5535941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insights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959215" y="4888241"/>
            <a:ext cx="2695575" cy="952500"/>
          </a:xfrm>
          <a:custGeom>
            <a:avLst/>
            <a:gdLst/>
            <a:ahLst/>
            <a:cxnLst/>
            <a:rect l="l" t="t" r="r" b="b"/>
            <a:pathLst>
              <a:path w="2695575" h="952500">
                <a:moveTo>
                  <a:pt x="76200" y="0"/>
                </a:moveTo>
                <a:lnTo>
                  <a:pt x="2619375" y="0"/>
                </a:lnTo>
                <a:cubicBezTo>
                  <a:pt x="2661431" y="0"/>
                  <a:pt x="2695575" y="34144"/>
                  <a:pt x="2695575" y="76200"/>
                </a:cubicBezTo>
                <a:lnTo>
                  <a:pt x="2695575" y="876300"/>
                </a:lnTo>
                <a:cubicBezTo>
                  <a:pt x="2695575" y="918356"/>
                  <a:pt x="2661431" y="952500"/>
                  <a:pt x="26193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190798" y="5002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035415" y="5307341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Analytics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040178" y="5535941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&amp; click rates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Pitfall Prevention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Content Mistakes to Avoid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2752725" cy="2419350"/>
          </a:xfrm>
          <a:custGeom>
            <a:avLst/>
            <a:gdLst/>
            <a:ahLst/>
            <a:cxnLst/>
            <a:rect l="l" t="t" r="r" b="b"/>
            <a:pathLst>
              <a:path w="2752725" h="2419350">
                <a:moveTo>
                  <a:pt x="38100" y="0"/>
                </a:moveTo>
                <a:lnTo>
                  <a:pt x="2676515" y="0"/>
                </a:lnTo>
                <a:cubicBezTo>
                  <a:pt x="2718605" y="0"/>
                  <a:pt x="2752725" y="34120"/>
                  <a:pt x="2752725" y="76210"/>
                </a:cubicBezTo>
                <a:lnTo>
                  <a:pt x="2752725" y="2343140"/>
                </a:lnTo>
                <a:cubicBezTo>
                  <a:pt x="2752725" y="2385230"/>
                  <a:pt x="2718605" y="2419350"/>
                  <a:pt x="2676515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8656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139065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Ignoring SEO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90700"/>
            <a:ext cx="25050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Failing to optimize limits your blog's reach and discoverability.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98705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8884" y="30899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1525" y="306705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 every piece with keywords, meta descriptions, and alt 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6125" y="1181100"/>
            <a:ext cx="2752725" cy="2419350"/>
          </a:xfrm>
          <a:custGeom>
            <a:avLst/>
            <a:gdLst/>
            <a:ahLst/>
            <a:cxnLst/>
            <a:rect l="l" t="t" r="r" b="b"/>
            <a:pathLst>
              <a:path w="2752725" h="2419350">
                <a:moveTo>
                  <a:pt x="38100" y="0"/>
                </a:moveTo>
                <a:lnTo>
                  <a:pt x="2676515" y="0"/>
                </a:lnTo>
                <a:cubicBezTo>
                  <a:pt x="2718605" y="0"/>
                  <a:pt x="2752725" y="34120"/>
                  <a:pt x="2752725" y="76210"/>
                </a:cubicBezTo>
                <a:lnTo>
                  <a:pt x="2752725" y="2343140"/>
                </a:lnTo>
                <a:cubicBezTo>
                  <a:pt x="2752725" y="2385230"/>
                  <a:pt x="2718605" y="2419350"/>
                  <a:pt x="2676515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86125" y="11811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57575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75447" y="1438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97747" y="73703"/>
                </a:moveTo>
                <a:cubicBezTo>
                  <a:pt x="94599" y="70556"/>
                  <a:pt x="89509" y="70556"/>
                  <a:pt x="86395" y="73703"/>
                </a:cubicBezTo>
                <a:lnTo>
                  <a:pt x="75043" y="85055"/>
                </a:lnTo>
                <a:lnTo>
                  <a:pt x="63691" y="73703"/>
                </a:lnTo>
                <a:cubicBezTo>
                  <a:pt x="60543" y="70556"/>
                  <a:pt x="55453" y="70556"/>
                  <a:pt x="52339" y="73703"/>
                </a:cubicBezTo>
                <a:cubicBezTo>
                  <a:pt x="49225" y="76851"/>
                  <a:pt x="49191" y="81941"/>
                  <a:pt x="52339" y="85055"/>
                </a:cubicBezTo>
                <a:lnTo>
                  <a:pt x="63691" y="96407"/>
                </a:lnTo>
                <a:lnTo>
                  <a:pt x="52339" y="107759"/>
                </a:lnTo>
                <a:cubicBezTo>
                  <a:pt x="49191" y="110907"/>
                  <a:pt x="49191" y="115997"/>
                  <a:pt x="52339" y="119111"/>
                </a:cubicBezTo>
                <a:cubicBezTo>
                  <a:pt x="55487" y="122225"/>
                  <a:pt x="60577" y="122259"/>
                  <a:pt x="63691" y="119111"/>
                </a:cubicBezTo>
                <a:lnTo>
                  <a:pt x="75043" y="107759"/>
                </a:lnTo>
                <a:lnTo>
                  <a:pt x="86395" y="119111"/>
                </a:lnTo>
                <a:cubicBezTo>
                  <a:pt x="89542" y="122259"/>
                  <a:pt x="94632" y="122259"/>
                  <a:pt x="97747" y="119111"/>
                </a:cubicBezTo>
                <a:cubicBezTo>
                  <a:pt x="100861" y="115963"/>
                  <a:pt x="100894" y="110873"/>
                  <a:pt x="97747" y="107759"/>
                </a:cubicBezTo>
                <a:lnTo>
                  <a:pt x="86395" y="96407"/>
                </a:lnTo>
                <a:lnTo>
                  <a:pt x="97747" y="85055"/>
                </a:lnTo>
                <a:cubicBezTo>
                  <a:pt x="100894" y="81908"/>
                  <a:pt x="100894" y="76818"/>
                  <a:pt x="97747" y="73703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52875" y="13906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Posting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57575" y="1790700"/>
            <a:ext cx="25050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 updates lead to loss of audience interest and SEO momentum.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57575" y="298705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84959" y="30899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306705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editorial calendar, publish biweekly minimum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181100"/>
            <a:ext cx="2752725" cy="2419350"/>
          </a:xfrm>
          <a:custGeom>
            <a:avLst/>
            <a:gdLst/>
            <a:ahLst/>
            <a:cxnLst/>
            <a:rect l="l" t="t" r="r" b="b"/>
            <a:pathLst>
              <a:path w="2752725" h="2419350">
                <a:moveTo>
                  <a:pt x="38100" y="0"/>
                </a:moveTo>
                <a:lnTo>
                  <a:pt x="2676515" y="0"/>
                </a:lnTo>
                <a:cubicBezTo>
                  <a:pt x="2718605" y="0"/>
                  <a:pt x="2752725" y="34120"/>
                  <a:pt x="2752725" y="76210"/>
                </a:cubicBezTo>
                <a:lnTo>
                  <a:pt x="2752725" y="2343140"/>
                </a:lnTo>
                <a:cubicBezTo>
                  <a:pt x="2752725" y="2385230"/>
                  <a:pt x="2718605" y="2419350"/>
                  <a:pt x="2676515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11811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4365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50806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4439" y="6329"/>
                </a:moveTo>
                <a:cubicBezTo>
                  <a:pt x="158290" y="8037"/>
                  <a:pt x="160734" y="11854"/>
                  <a:pt x="160734" y="16073"/>
                </a:cubicBezTo>
                <a:lnTo>
                  <a:pt x="160734" y="155377"/>
                </a:lnTo>
                <a:cubicBezTo>
                  <a:pt x="160734" y="159596"/>
                  <a:pt x="158290" y="163413"/>
                  <a:pt x="154439" y="165121"/>
                </a:cubicBezTo>
                <a:cubicBezTo>
                  <a:pt x="150588" y="166829"/>
                  <a:pt x="146134" y="166193"/>
                  <a:pt x="142953" y="163413"/>
                </a:cubicBezTo>
                <a:lnTo>
                  <a:pt x="127349" y="149784"/>
                </a:lnTo>
                <a:cubicBezTo>
                  <a:pt x="112748" y="137026"/>
                  <a:pt x="94297" y="129592"/>
                  <a:pt x="74976" y="128688"/>
                </a:cubicBezTo>
                <a:lnTo>
                  <a:pt x="74976" y="160734"/>
                </a:lnTo>
                <a:cubicBezTo>
                  <a:pt x="74976" y="166661"/>
                  <a:pt x="70187" y="171450"/>
                  <a:pt x="64260" y="171450"/>
                </a:cubicBezTo>
                <a:lnTo>
                  <a:pt x="53545" y="171450"/>
                </a:lnTo>
                <a:cubicBezTo>
                  <a:pt x="47618" y="171450"/>
                  <a:pt x="42829" y="166661"/>
                  <a:pt x="42829" y="160734"/>
                </a:cubicBezTo>
                <a:lnTo>
                  <a:pt x="42829" y="128588"/>
                </a:lnTo>
                <a:cubicBezTo>
                  <a:pt x="19188" y="128588"/>
                  <a:pt x="0" y="109400"/>
                  <a:pt x="0" y="85725"/>
                </a:cubicBezTo>
                <a:cubicBezTo>
                  <a:pt x="0" y="62050"/>
                  <a:pt x="19188" y="42863"/>
                  <a:pt x="42863" y="42863"/>
                </a:cubicBezTo>
                <a:lnTo>
                  <a:pt x="71158" y="42863"/>
                </a:lnTo>
                <a:cubicBezTo>
                  <a:pt x="91853" y="42796"/>
                  <a:pt x="111811" y="35261"/>
                  <a:pt x="127382" y="21666"/>
                </a:cubicBezTo>
                <a:lnTo>
                  <a:pt x="142987" y="8037"/>
                </a:lnTo>
                <a:cubicBezTo>
                  <a:pt x="146134" y="5257"/>
                  <a:pt x="150655" y="4621"/>
                  <a:pt x="154472" y="6329"/>
                </a:cubicBezTo>
                <a:close/>
                <a:moveTo>
                  <a:pt x="75009" y="107156"/>
                </a:moveTo>
                <a:lnTo>
                  <a:pt x="75009" y="107223"/>
                </a:lnTo>
                <a:cubicBezTo>
                  <a:pt x="98550" y="108127"/>
                  <a:pt x="121154" y="116767"/>
                  <a:pt x="139303" y="131802"/>
                </a:cubicBezTo>
                <a:lnTo>
                  <a:pt x="139303" y="39614"/>
                </a:lnTo>
                <a:cubicBezTo>
                  <a:pt x="121154" y="54650"/>
                  <a:pt x="98550" y="63289"/>
                  <a:pt x="75009" y="64193"/>
                </a:cubicBezTo>
                <a:lnTo>
                  <a:pt x="75009" y="107156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38950" y="13906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Over-Promotion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3650" y="1790700"/>
            <a:ext cx="25050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Constantly selling instead of providing value turns readers away.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3650" y="298705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71034" y="30899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43675" y="306705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Follow 80% value, 20% promotion rule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58275" y="1181100"/>
            <a:ext cx="2752725" cy="2419350"/>
          </a:xfrm>
          <a:custGeom>
            <a:avLst/>
            <a:gdLst/>
            <a:ahLst/>
            <a:cxnLst/>
            <a:rect l="l" t="t" r="r" b="b"/>
            <a:pathLst>
              <a:path w="2752725" h="2419350">
                <a:moveTo>
                  <a:pt x="38100" y="0"/>
                </a:moveTo>
                <a:lnTo>
                  <a:pt x="2676515" y="0"/>
                </a:lnTo>
                <a:cubicBezTo>
                  <a:pt x="2718605" y="0"/>
                  <a:pt x="2752725" y="34120"/>
                  <a:pt x="2752725" y="76210"/>
                </a:cubicBezTo>
                <a:lnTo>
                  <a:pt x="2752725" y="2343140"/>
                </a:lnTo>
                <a:cubicBezTo>
                  <a:pt x="2752725" y="2385230"/>
                  <a:pt x="2718605" y="2419350"/>
                  <a:pt x="2676515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58275" y="11811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29725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358313" y="14382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25025" y="139065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Neglecting Mobile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29725" y="1790700"/>
            <a:ext cx="25050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Non-responsive design loses majority of mobile traffic.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29725" y="298705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57109" y="308991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29750" y="306705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responsive design, test on all devices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3714750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38100" y="0"/>
                </a:moveTo>
                <a:lnTo>
                  <a:pt x="2676531" y="0"/>
                </a:lnTo>
                <a:cubicBezTo>
                  <a:pt x="2718583" y="0"/>
                  <a:pt x="2752725" y="34142"/>
                  <a:pt x="2752725" y="76194"/>
                </a:cubicBezTo>
                <a:lnTo>
                  <a:pt x="2752725" y="2114556"/>
                </a:lnTo>
                <a:cubicBezTo>
                  <a:pt x="2752725" y="2156637"/>
                  <a:pt x="2718612" y="2190750"/>
                  <a:pt x="2676531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0050" y="3714750"/>
            <a:ext cx="38100" cy="219075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1500" y="3867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7941" y="3971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0184" y="10716"/>
                </a:moveTo>
                <a:cubicBezTo>
                  <a:pt x="23909" y="10716"/>
                  <a:pt x="10716" y="23909"/>
                  <a:pt x="10716" y="40184"/>
                </a:cubicBezTo>
                <a:lnTo>
                  <a:pt x="10716" y="96441"/>
                </a:lnTo>
                <a:cubicBezTo>
                  <a:pt x="10716" y="102368"/>
                  <a:pt x="15504" y="107156"/>
                  <a:pt x="21431" y="107156"/>
                </a:cubicBezTo>
                <a:cubicBezTo>
                  <a:pt x="27358" y="107156"/>
                  <a:pt x="32147" y="102368"/>
                  <a:pt x="32147" y="96441"/>
                </a:cubicBezTo>
                <a:lnTo>
                  <a:pt x="32147" y="75009"/>
                </a:lnTo>
                <a:lnTo>
                  <a:pt x="53578" y="75009"/>
                </a:lnTo>
                <a:lnTo>
                  <a:pt x="53578" y="96441"/>
                </a:lnTo>
                <a:cubicBezTo>
                  <a:pt x="53578" y="102368"/>
                  <a:pt x="58367" y="107156"/>
                  <a:pt x="64294" y="107156"/>
                </a:cubicBezTo>
                <a:cubicBezTo>
                  <a:pt x="70221" y="107156"/>
                  <a:pt x="75009" y="102368"/>
                  <a:pt x="75009" y="96441"/>
                </a:cubicBezTo>
                <a:lnTo>
                  <a:pt x="75009" y="40184"/>
                </a:lnTo>
                <a:cubicBezTo>
                  <a:pt x="75009" y="23909"/>
                  <a:pt x="61816" y="10716"/>
                  <a:pt x="45541" y="10716"/>
                </a:cubicBezTo>
                <a:lnTo>
                  <a:pt x="40184" y="10716"/>
                </a:lnTo>
                <a:close/>
                <a:moveTo>
                  <a:pt x="53578" y="53578"/>
                </a:moveTo>
                <a:lnTo>
                  <a:pt x="32147" y="53578"/>
                </a:lnTo>
                <a:lnTo>
                  <a:pt x="32147" y="40184"/>
                </a:lnTo>
                <a:cubicBezTo>
                  <a:pt x="32147" y="35730"/>
                  <a:pt x="35730" y="32147"/>
                  <a:pt x="40184" y="32147"/>
                </a:cubicBezTo>
                <a:lnTo>
                  <a:pt x="45541" y="32147"/>
                </a:lnTo>
                <a:cubicBezTo>
                  <a:pt x="49995" y="32147"/>
                  <a:pt x="53578" y="35730"/>
                  <a:pt x="53578" y="40184"/>
                </a:cubicBezTo>
                <a:lnTo>
                  <a:pt x="53578" y="53578"/>
                </a:lnTo>
                <a:close/>
                <a:moveTo>
                  <a:pt x="101798" y="10716"/>
                </a:moveTo>
                <a:cubicBezTo>
                  <a:pt x="95871" y="10716"/>
                  <a:pt x="91083" y="15504"/>
                  <a:pt x="91083" y="21431"/>
                </a:cubicBezTo>
                <a:lnTo>
                  <a:pt x="91083" y="96441"/>
                </a:lnTo>
                <a:cubicBezTo>
                  <a:pt x="91083" y="102368"/>
                  <a:pt x="95871" y="107156"/>
                  <a:pt x="101798" y="107156"/>
                </a:cubicBezTo>
                <a:lnTo>
                  <a:pt x="125909" y="107156"/>
                </a:lnTo>
                <a:cubicBezTo>
                  <a:pt x="142183" y="107156"/>
                  <a:pt x="155377" y="93963"/>
                  <a:pt x="155377" y="77688"/>
                </a:cubicBezTo>
                <a:cubicBezTo>
                  <a:pt x="155377" y="69786"/>
                  <a:pt x="152262" y="62619"/>
                  <a:pt x="147206" y="57329"/>
                </a:cubicBezTo>
                <a:cubicBezTo>
                  <a:pt x="150655" y="52507"/>
                  <a:pt x="152698" y="46579"/>
                  <a:pt x="152698" y="40184"/>
                </a:cubicBezTo>
                <a:cubicBezTo>
                  <a:pt x="152698" y="23909"/>
                  <a:pt x="139504" y="10716"/>
                  <a:pt x="123230" y="10716"/>
                </a:cubicBezTo>
                <a:lnTo>
                  <a:pt x="101798" y="10716"/>
                </a:lnTo>
                <a:close/>
                <a:moveTo>
                  <a:pt x="123230" y="48220"/>
                </a:moveTo>
                <a:lnTo>
                  <a:pt x="112514" y="48220"/>
                </a:lnTo>
                <a:lnTo>
                  <a:pt x="112514" y="32147"/>
                </a:lnTo>
                <a:lnTo>
                  <a:pt x="123230" y="32147"/>
                </a:lnTo>
                <a:cubicBezTo>
                  <a:pt x="127683" y="32147"/>
                  <a:pt x="131266" y="35730"/>
                  <a:pt x="131266" y="40184"/>
                </a:cubicBezTo>
                <a:cubicBezTo>
                  <a:pt x="131266" y="44637"/>
                  <a:pt x="127683" y="48220"/>
                  <a:pt x="123230" y="48220"/>
                </a:cubicBezTo>
                <a:close/>
                <a:moveTo>
                  <a:pt x="112514" y="85725"/>
                </a:moveTo>
                <a:lnTo>
                  <a:pt x="112514" y="69652"/>
                </a:lnTo>
                <a:lnTo>
                  <a:pt x="125909" y="69652"/>
                </a:lnTo>
                <a:cubicBezTo>
                  <a:pt x="130362" y="69652"/>
                  <a:pt x="133945" y="73235"/>
                  <a:pt x="133945" y="77688"/>
                </a:cubicBezTo>
                <a:cubicBezTo>
                  <a:pt x="133945" y="82142"/>
                  <a:pt x="130362" y="85725"/>
                  <a:pt x="125909" y="85725"/>
                </a:cubicBezTo>
                <a:lnTo>
                  <a:pt x="112514" y="85725"/>
                </a:lnTo>
                <a:close/>
                <a:moveTo>
                  <a:pt x="190537" y="113854"/>
                </a:moveTo>
                <a:cubicBezTo>
                  <a:pt x="194221" y="109232"/>
                  <a:pt x="193484" y="102502"/>
                  <a:pt x="188863" y="98785"/>
                </a:cubicBezTo>
                <a:cubicBezTo>
                  <a:pt x="184242" y="95068"/>
                  <a:pt x="177511" y="95838"/>
                  <a:pt x="173794" y="100459"/>
                </a:cubicBezTo>
                <a:lnTo>
                  <a:pt x="138399" y="144694"/>
                </a:lnTo>
                <a:lnTo>
                  <a:pt x="125440" y="131735"/>
                </a:lnTo>
                <a:cubicBezTo>
                  <a:pt x="121254" y="127549"/>
                  <a:pt x="114456" y="127549"/>
                  <a:pt x="110270" y="131735"/>
                </a:cubicBezTo>
                <a:cubicBezTo>
                  <a:pt x="106085" y="135921"/>
                  <a:pt x="106085" y="142719"/>
                  <a:pt x="110270" y="146905"/>
                </a:cubicBezTo>
                <a:lnTo>
                  <a:pt x="131702" y="168336"/>
                </a:lnTo>
                <a:cubicBezTo>
                  <a:pt x="133845" y="170479"/>
                  <a:pt x="136825" y="171617"/>
                  <a:pt x="139872" y="171450"/>
                </a:cubicBezTo>
                <a:cubicBezTo>
                  <a:pt x="142920" y="171283"/>
                  <a:pt x="145733" y="169809"/>
                  <a:pt x="147641" y="167432"/>
                </a:cubicBezTo>
                <a:lnTo>
                  <a:pt x="190537" y="113854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66800" y="39243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Skipping Proofreading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" y="4324350"/>
            <a:ext cx="25050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Typos and errors harm credibility and professionalism.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500" y="529210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884" y="5394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1525" y="53721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Grammarly, always proofread before publishing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86125" y="3714750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38100" y="0"/>
                </a:moveTo>
                <a:lnTo>
                  <a:pt x="2676531" y="0"/>
                </a:lnTo>
                <a:cubicBezTo>
                  <a:pt x="2718583" y="0"/>
                  <a:pt x="2752725" y="34142"/>
                  <a:pt x="2752725" y="76194"/>
                </a:cubicBezTo>
                <a:lnTo>
                  <a:pt x="2752725" y="2114556"/>
                </a:lnTo>
                <a:cubicBezTo>
                  <a:pt x="2752725" y="2156637"/>
                  <a:pt x="2718612" y="2190750"/>
                  <a:pt x="2676531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286125" y="3714750"/>
            <a:ext cx="38100" cy="219075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457575" y="3867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564731" y="3971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952875" y="392430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Clear CTA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57575" y="4324350"/>
            <a:ext cx="25050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piece needs purpose—what should readers do next?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57575" y="529210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484959" y="5394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0" y="53721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 strategic CTA in every post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72200" y="3714750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38100" y="0"/>
                </a:moveTo>
                <a:lnTo>
                  <a:pt x="2676531" y="0"/>
                </a:lnTo>
                <a:cubicBezTo>
                  <a:pt x="2718583" y="0"/>
                  <a:pt x="2752725" y="34142"/>
                  <a:pt x="2752725" y="76194"/>
                </a:cubicBezTo>
                <a:lnTo>
                  <a:pt x="2752725" y="2114556"/>
                </a:lnTo>
                <a:cubicBezTo>
                  <a:pt x="2752725" y="2156637"/>
                  <a:pt x="2718612" y="2190750"/>
                  <a:pt x="2676531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172200" y="3714750"/>
            <a:ext cx="38100" cy="219075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343650" y="3867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450806" y="3971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38950" y="39243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Stuffing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43650" y="4324350"/>
            <a:ext cx="25050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Unnatural keyword repetition hurts readability and SEO.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43650" y="529210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371034" y="5394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543675" y="53721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Write naturally, use keywords contextually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58275" y="3714750"/>
            <a:ext cx="2752725" cy="2190750"/>
          </a:xfrm>
          <a:custGeom>
            <a:avLst/>
            <a:gdLst/>
            <a:ahLst/>
            <a:cxnLst/>
            <a:rect l="l" t="t" r="r" b="b"/>
            <a:pathLst>
              <a:path w="2752725" h="2190750">
                <a:moveTo>
                  <a:pt x="38100" y="0"/>
                </a:moveTo>
                <a:lnTo>
                  <a:pt x="2676531" y="0"/>
                </a:lnTo>
                <a:cubicBezTo>
                  <a:pt x="2718583" y="0"/>
                  <a:pt x="2752725" y="34142"/>
                  <a:pt x="2752725" y="76194"/>
                </a:cubicBezTo>
                <a:lnTo>
                  <a:pt x="2752725" y="2114556"/>
                </a:lnTo>
                <a:cubicBezTo>
                  <a:pt x="2752725" y="2156637"/>
                  <a:pt x="2718612" y="2190750"/>
                  <a:pt x="2676531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058275" y="3714750"/>
            <a:ext cx="38100" cy="219075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229725" y="3867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336881" y="3971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725025" y="3924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 Content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29725" y="4324350"/>
            <a:ext cx="25050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Surface-level content doesn't provide real value or rank well.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29725" y="5292101"/>
            <a:ext cx="2428875" cy="7620"/>
          </a:xfrm>
          <a:custGeom>
            <a:avLst/>
            <a:gdLst/>
            <a:ahLst/>
            <a:cxnLst/>
            <a:rect l="l" t="t" r="r" b="b"/>
            <a:pathLst>
              <a:path w="2428875" h="7620">
                <a:moveTo>
                  <a:pt x="0" y="0"/>
                </a:moveTo>
                <a:lnTo>
                  <a:pt x="2428875" y="0"/>
                </a:lnTo>
                <a:lnTo>
                  <a:pt x="24288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257109" y="5394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429750" y="53721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Depth beats breadth—invest time in quality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33400" y="6134100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Formula: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these common pitfalls by following best practices, measuring performance, and continuously iterating based on data.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kerstations.io/3352966a5267472589ff9cb261c7b3095b1caac3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28906" b="2890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052292" y="430537"/>
            <a:ext cx="4084320" cy="502920"/>
          </a:xfrm>
          <a:custGeom>
            <a:avLst/>
            <a:gdLst/>
            <a:ahLst/>
            <a:cxnLst/>
            <a:rect l="l" t="t" r="r" b="b"/>
            <a:pathLst>
              <a:path w="4084320" h="502920">
                <a:moveTo>
                  <a:pt x="251460" y="0"/>
                </a:moveTo>
                <a:lnTo>
                  <a:pt x="3832860" y="0"/>
                </a:lnTo>
                <a:cubicBezTo>
                  <a:pt x="3971738" y="0"/>
                  <a:pt x="4084320" y="112582"/>
                  <a:pt x="4084320" y="251460"/>
                </a:cubicBezTo>
                <a:lnTo>
                  <a:pt x="4084320" y="251460"/>
                </a:lnTo>
                <a:cubicBezTo>
                  <a:pt x="4084320" y="390338"/>
                  <a:pt x="3971738" y="502920"/>
                  <a:pt x="383286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41840" y="586736"/>
            <a:ext cx="37082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Content Journey Starts Now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8125" y="1165864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23010" y="2274574"/>
            <a:ext cx="4789170" cy="1341120"/>
          </a:xfrm>
          <a:custGeom>
            <a:avLst/>
            <a:gdLst/>
            <a:ahLst/>
            <a:cxnLst/>
            <a:rect l="l" t="t" r="r" b="b"/>
            <a:pathLst>
              <a:path w="4789170" h="1341120">
                <a:moveTo>
                  <a:pt x="76202" y="0"/>
                </a:moveTo>
                <a:lnTo>
                  <a:pt x="4712968" y="0"/>
                </a:lnTo>
                <a:cubicBezTo>
                  <a:pt x="4755053" y="0"/>
                  <a:pt x="4789170" y="34117"/>
                  <a:pt x="4789170" y="76202"/>
                </a:cubicBezTo>
                <a:lnTo>
                  <a:pt x="4789170" y="1264918"/>
                </a:lnTo>
                <a:cubicBezTo>
                  <a:pt x="4789170" y="1307003"/>
                  <a:pt x="4755053" y="1341120"/>
                  <a:pt x="47129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417320" y="24688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31620" y="25831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912620" y="2526041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for Growth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2964191"/>
            <a:ext cx="447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marketing is essential for business growth in 2024-2025. 97% of marketers use it for a reason—it works.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6010" y="2274574"/>
            <a:ext cx="4789170" cy="1341120"/>
          </a:xfrm>
          <a:custGeom>
            <a:avLst/>
            <a:gdLst/>
            <a:ahLst/>
            <a:cxnLst/>
            <a:rect l="l" t="t" r="r" b="b"/>
            <a:pathLst>
              <a:path w="4789170" h="1341120">
                <a:moveTo>
                  <a:pt x="76202" y="0"/>
                </a:moveTo>
                <a:lnTo>
                  <a:pt x="4712968" y="0"/>
                </a:lnTo>
                <a:cubicBezTo>
                  <a:pt x="4755053" y="0"/>
                  <a:pt x="4789170" y="34117"/>
                  <a:pt x="4789170" y="76202"/>
                </a:cubicBezTo>
                <a:lnTo>
                  <a:pt x="4789170" y="1264918"/>
                </a:lnTo>
                <a:cubicBezTo>
                  <a:pt x="4789170" y="1307003"/>
                  <a:pt x="4755053" y="1341120"/>
                  <a:pt x="47129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70320" y="24688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84620" y="25831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0006" y="16669"/>
                </a:moveTo>
                <a:lnTo>
                  <a:pt x="50006" y="28575"/>
                </a:lnTo>
                <a:lnTo>
                  <a:pt x="26759" y="28575"/>
                </a:lnTo>
                <a:cubicBezTo>
                  <a:pt x="22503" y="28575"/>
                  <a:pt x="19050" y="32028"/>
                  <a:pt x="19050" y="36284"/>
                </a:cubicBezTo>
                <a:cubicBezTo>
                  <a:pt x="19050" y="37475"/>
                  <a:pt x="19318" y="38666"/>
                  <a:pt x="19854" y="39737"/>
                </a:cubicBezTo>
                <a:lnTo>
                  <a:pt x="29795" y="59621"/>
                </a:lnTo>
                <a:cubicBezTo>
                  <a:pt x="26402" y="60156"/>
                  <a:pt x="23783" y="63103"/>
                  <a:pt x="23783" y="66675"/>
                </a:cubicBezTo>
                <a:cubicBezTo>
                  <a:pt x="23783" y="70634"/>
                  <a:pt x="26968" y="73819"/>
                  <a:pt x="30926" y="73819"/>
                </a:cubicBezTo>
                <a:lnTo>
                  <a:pt x="32593" y="73819"/>
                </a:lnTo>
                <a:lnTo>
                  <a:pt x="28545" y="114300"/>
                </a:lnTo>
                <a:lnTo>
                  <a:pt x="11817" y="135225"/>
                </a:lnTo>
                <a:cubicBezTo>
                  <a:pt x="10329" y="137100"/>
                  <a:pt x="9495" y="139422"/>
                  <a:pt x="9495" y="141833"/>
                </a:cubicBezTo>
                <a:cubicBezTo>
                  <a:pt x="9495" y="147667"/>
                  <a:pt x="14228" y="152400"/>
                  <a:pt x="20062" y="152400"/>
                </a:cubicBezTo>
                <a:lnTo>
                  <a:pt x="94149" y="152400"/>
                </a:lnTo>
                <a:cubicBezTo>
                  <a:pt x="99983" y="152400"/>
                  <a:pt x="104715" y="147667"/>
                  <a:pt x="104715" y="141833"/>
                </a:cubicBezTo>
                <a:cubicBezTo>
                  <a:pt x="104715" y="139422"/>
                  <a:pt x="103912" y="137100"/>
                  <a:pt x="102394" y="135225"/>
                </a:cubicBezTo>
                <a:lnTo>
                  <a:pt x="85725" y="114300"/>
                </a:lnTo>
                <a:lnTo>
                  <a:pt x="81677" y="73819"/>
                </a:lnTo>
                <a:lnTo>
                  <a:pt x="83344" y="73819"/>
                </a:lnTo>
                <a:cubicBezTo>
                  <a:pt x="87303" y="73819"/>
                  <a:pt x="90488" y="70634"/>
                  <a:pt x="90488" y="66675"/>
                </a:cubicBezTo>
                <a:cubicBezTo>
                  <a:pt x="90488" y="63133"/>
                  <a:pt x="87898" y="60156"/>
                  <a:pt x="84475" y="59621"/>
                </a:cubicBezTo>
                <a:lnTo>
                  <a:pt x="94417" y="39737"/>
                </a:lnTo>
                <a:cubicBezTo>
                  <a:pt x="94952" y="38666"/>
                  <a:pt x="95220" y="37475"/>
                  <a:pt x="95220" y="36284"/>
                </a:cubicBezTo>
                <a:cubicBezTo>
                  <a:pt x="95220" y="32028"/>
                  <a:pt x="91767" y="28575"/>
                  <a:pt x="87511" y="28575"/>
                </a:cubicBezTo>
                <a:lnTo>
                  <a:pt x="64264" y="28575"/>
                </a:lnTo>
                <a:lnTo>
                  <a:pt x="64264" y="16669"/>
                </a:lnTo>
                <a:lnTo>
                  <a:pt x="69026" y="16669"/>
                </a:lnTo>
                <a:cubicBezTo>
                  <a:pt x="72985" y="16669"/>
                  <a:pt x="76170" y="13484"/>
                  <a:pt x="76170" y="9525"/>
                </a:cubicBezTo>
                <a:cubicBezTo>
                  <a:pt x="76170" y="5566"/>
                  <a:pt x="73015" y="2381"/>
                  <a:pt x="69056" y="2381"/>
                </a:cubicBezTo>
                <a:lnTo>
                  <a:pt x="64294" y="2381"/>
                </a:lnTo>
                <a:lnTo>
                  <a:pt x="64294" y="-2381"/>
                </a:lnTo>
                <a:cubicBezTo>
                  <a:pt x="64294" y="-6340"/>
                  <a:pt x="61109" y="-9525"/>
                  <a:pt x="57150" y="-9525"/>
                </a:cubicBezTo>
                <a:cubicBezTo>
                  <a:pt x="53191" y="-9525"/>
                  <a:pt x="50006" y="-6340"/>
                  <a:pt x="50006" y="-2381"/>
                </a:cubicBezTo>
                <a:lnTo>
                  <a:pt x="50006" y="2381"/>
                </a:lnTo>
                <a:lnTo>
                  <a:pt x="45244" y="2381"/>
                </a:lnTo>
                <a:cubicBezTo>
                  <a:pt x="41285" y="2381"/>
                  <a:pt x="38100" y="5566"/>
                  <a:pt x="38100" y="9525"/>
                </a:cubicBezTo>
                <a:cubicBezTo>
                  <a:pt x="38100" y="13484"/>
                  <a:pt x="41285" y="16669"/>
                  <a:pt x="45244" y="16669"/>
                </a:cubicBezTo>
                <a:lnTo>
                  <a:pt x="50006" y="16669"/>
                </a:lnTo>
                <a:close/>
                <a:moveTo>
                  <a:pt x="96976" y="83225"/>
                </a:moveTo>
                <a:lnTo>
                  <a:pt x="99506" y="108674"/>
                </a:lnTo>
                <a:lnTo>
                  <a:pt x="113615" y="126296"/>
                </a:lnTo>
                <a:lnTo>
                  <a:pt x="114866" y="127992"/>
                </a:lnTo>
                <a:cubicBezTo>
                  <a:pt x="117604" y="132070"/>
                  <a:pt x="119062" y="136892"/>
                  <a:pt x="119062" y="141833"/>
                </a:cubicBezTo>
                <a:cubicBezTo>
                  <a:pt x="119062" y="145613"/>
                  <a:pt x="118229" y="149215"/>
                  <a:pt x="116711" y="152400"/>
                </a:cubicBezTo>
                <a:lnTo>
                  <a:pt x="141446" y="152400"/>
                </a:lnTo>
                <a:cubicBezTo>
                  <a:pt x="147489" y="152400"/>
                  <a:pt x="152400" y="147489"/>
                  <a:pt x="152400" y="141446"/>
                </a:cubicBezTo>
                <a:cubicBezTo>
                  <a:pt x="152400" y="139273"/>
                  <a:pt x="151745" y="137160"/>
                  <a:pt x="150555" y="135374"/>
                </a:cubicBezTo>
                <a:lnTo>
                  <a:pt x="142875" y="123855"/>
                </a:lnTo>
                <a:lnTo>
                  <a:pt x="142875" y="104805"/>
                </a:lnTo>
                <a:lnTo>
                  <a:pt x="146834" y="100846"/>
                </a:lnTo>
                <a:cubicBezTo>
                  <a:pt x="150406" y="97274"/>
                  <a:pt x="152400" y="92422"/>
                  <a:pt x="152400" y="87362"/>
                </a:cubicBezTo>
                <a:lnTo>
                  <a:pt x="152400" y="57150"/>
                </a:lnTo>
                <a:cubicBezTo>
                  <a:pt x="152400" y="51881"/>
                  <a:pt x="148144" y="47625"/>
                  <a:pt x="142875" y="47625"/>
                </a:cubicBezTo>
                <a:cubicBezTo>
                  <a:pt x="137606" y="47625"/>
                  <a:pt x="133350" y="51881"/>
                  <a:pt x="133350" y="57150"/>
                </a:cubicBezTo>
                <a:lnTo>
                  <a:pt x="133350" y="61912"/>
                </a:lnTo>
                <a:lnTo>
                  <a:pt x="123825" y="61912"/>
                </a:lnTo>
                <a:lnTo>
                  <a:pt x="123825" y="57150"/>
                </a:lnTo>
                <a:cubicBezTo>
                  <a:pt x="123825" y="51881"/>
                  <a:pt x="119569" y="47625"/>
                  <a:pt x="114300" y="47625"/>
                </a:cubicBezTo>
                <a:cubicBezTo>
                  <a:pt x="109031" y="47625"/>
                  <a:pt x="104775" y="51881"/>
                  <a:pt x="104775" y="57150"/>
                </a:cubicBezTo>
                <a:lnTo>
                  <a:pt x="104775" y="66675"/>
                </a:lnTo>
                <a:cubicBezTo>
                  <a:pt x="104775" y="73343"/>
                  <a:pt x="101739" y="79296"/>
                  <a:pt x="96976" y="832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65620" y="2526041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First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70320" y="2964191"/>
            <a:ext cx="447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comes before creation—know your audience, goals, and messaging before writing a single word.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23010" y="3775710"/>
            <a:ext cx="4789170" cy="1341120"/>
          </a:xfrm>
          <a:custGeom>
            <a:avLst/>
            <a:gdLst/>
            <a:ahLst/>
            <a:cxnLst/>
            <a:rect l="l" t="t" r="r" b="b"/>
            <a:pathLst>
              <a:path w="4789170" h="1341120">
                <a:moveTo>
                  <a:pt x="76202" y="0"/>
                </a:moveTo>
                <a:lnTo>
                  <a:pt x="4712968" y="0"/>
                </a:lnTo>
                <a:cubicBezTo>
                  <a:pt x="4755053" y="0"/>
                  <a:pt x="4789170" y="34117"/>
                  <a:pt x="4789170" y="76202"/>
                </a:cubicBezTo>
                <a:lnTo>
                  <a:pt x="4789170" y="1264918"/>
                </a:lnTo>
                <a:cubicBezTo>
                  <a:pt x="4789170" y="1307003"/>
                  <a:pt x="4755053" y="1341120"/>
                  <a:pt x="47129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D4A3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417320" y="39700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531620" y="40843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4736" y="10061"/>
                </a:moveTo>
                <a:cubicBezTo>
                  <a:pt x="36076" y="8245"/>
                  <a:pt x="38219" y="7144"/>
                  <a:pt x="40481" y="7144"/>
                </a:cubicBezTo>
                <a:lnTo>
                  <a:pt x="111919" y="7144"/>
                </a:lnTo>
                <a:cubicBezTo>
                  <a:pt x="114181" y="7144"/>
                  <a:pt x="116324" y="8215"/>
                  <a:pt x="117664" y="10061"/>
                </a:cubicBezTo>
                <a:lnTo>
                  <a:pt x="151001" y="55305"/>
                </a:lnTo>
                <a:cubicBezTo>
                  <a:pt x="153025" y="58043"/>
                  <a:pt x="152817" y="61823"/>
                  <a:pt x="150555" y="64353"/>
                </a:cubicBezTo>
                <a:lnTo>
                  <a:pt x="81498" y="140553"/>
                </a:lnTo>
                <a:cubicBezTo>
                  <a:pt x="80159" y="142042"/>
                  <a:pt x="78224" y="142905"/>
                  <a:pt x="76200" y="142905"/>
                </a:cubicBezTo>
                <a:cubicBezTo>
                  <a:pt x="74176" y="142905"/>
                  <a:pt x="72271" y="142042"/>
                  <a:pt x="70902" y="140553"/>
                </a:cubicBezTo>
                <a:lnTo>
                  <a:pt x="1845" y="64353"/>
                </a:lnTo>
                <a:cubicBezTo>
                  <a:pt x="-446" y="61823"/>
                  <a:pt x="-625" y="58043"/>
                  <a:pt x="1399" y="55305"/>
                </a:cubicBezTo>
                <a:lnTo>
                  <a:pt x="34736" y="10061"/>
                </a:lnTo>
                <a:close/>
                <a:moveTo>
                  <a:pt x="46196" y="21908"/>
                </a:moveTo>
                <a:cubicBezTo>
                  <a:pt x="45214" y="22652"/>
                  <a:pt x="44946" y="23991"/>
                  <a:pt x="45571" y="25033"/>
                </a:cubicBezTo>
                <a:lnTo>
                  <a:pt x="62657" y="53519"/>
                </a:lnTo>
                <a:lnTo>
                  <a:pt x="18842" y="57150"/>
                </a:lnTo>
                <a:cubicBezTo>
                  <a:pt x="17621" y="57239"/>
                  <a:pt x="16669" y="58281"/>
                  <a:pt x="16669" y="59531"/>
                </a:cubicBezTo>
                <a:cubicBezTo>
                  <a:pt x="16669" y="60781"/>
                  <a:pt x="17621" y="61793"/>
                  <a:pt x="18842" y="61912"/>
                </a:cubicBezTo>
                <a:lnTo>
                  <a:pt x="75992" y="66675"/>
                </a:lnTo>
                <a:cubicBezTo>
                  <a:pt x="76111" y="66675"/>
                  <a:pt x="76260" y="66675"/>
                  <a:pt x="76379" y="66675"/>
                </a:cubicBezTo>
                <a:lnTo>
                  <a:pt x="133529" y="61912"/>
                </a:lnTo>
                <a:cubicBezTo>
                  <a:pt x="134749" y="61823"/>
                  <a:pt x="135701" y="60781"/>
                  <a:pt x="135701" y="59531"/>
                </a:cubicBezTo>
                <a:cubicBezTo>
                  <a:pt x="135701" y="58281"/>
                  <a:pt x="134749" y="57269"/>
                  <a:pt x="133529" y="57150"/>
                </a:cubicBezTo>
                <a:lnTo>
                  <a:pt x="89714" y="53489"/>
                </a:lnTo>
                <a:lnTo>
                  <a:pt x="106799" y="25033"/>
                </a:lnTo>
                <a:cubicBezTo>
                  <a:pt x="107424" y="23991"/>
                  <a:pt x="107156" y="22622"/>
                  <a:pt x="106174" y="21908"/>
                </a:cubicBezTo>
                <a:cubicBezTo>
                  <a:pt x="105192" y="21193"/>
                  <a:pt x="103823" y="21312"/>
                  <a:pt x="102989" y="22205"/>
                </a:cubicBezTo>
                <a:lnTo>
                  <a:pt x="76200" y="51256"/>
                </a:lnTo>
                <a:lnTo>
                  <a:pt x="49381" y="22205"/>
                </a:lnTo>
                <a:cubicBezTo>
                  <a:pt x="48548" y="21312"/>
                  <a:pt x="47179" y="21193"/>
                  <a:pt x="46196" y="21908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912620" y="4027177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Over Quantity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4465327"/>
            <a:ext cx="447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always beats quantity. 83% of marketers prioritize quality, and readers reward depth over volume.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6010" y="3775710"/>
            <a:ext cx="4789170" cy="1341120"/>
          </a:xfrm>
          <a:custGeom>
            <a:avLst/>
            <a:gdLst/>
            <a:ahLst/>
            <a:cxnLst/>
            <a:rect l="l" t="t" r="r" b="b"/>
            <a:pathLst>
              <a:path w="4789170" h="1341120">
                <a:moveTo>
                  <a:pt x="76202" y="0"/>
                </a:moveTo>
                <a:lnTo>
                  <a:pt x="4712968" y="0"/>
                </a:lnTo>
                <a:cubicBezTo>
                  <a:pt x="4755053" y="0"/>
                  <a:pt x="4789170" y="34117"/>
                  <a:pt x="4789170" y="76202"/>
                </a:cubicBezTo>
                <a:lnTo>
                  <a:pt x="4789170" y="1264918"/>
                </a:lnTo>
                <a:cubicBezTo>
                  <a:pt x="4789170" y="1307003"/>
                  <a:pt x="4755053" y="1341120"/>
                  <a:pt x="47129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70320" y="39700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65570" y="408432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65620" y="4027177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 Tool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70320" y="4465327"/>
            <a:ext cx="447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a powerful tool when used responsibly. 86% still edit AI content—human oversight is non-negotiable.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442210" y="5429246"/>
            <a:ext cx="7303770" cy="998220"/>
          </a:xfrm>
          <a:custGeom>
            <a:avLst/>
            <a:gdLst/>
            <a:ahLst/>
            <a:cxnLst/>
            <a:rect l="l" t="t" r="r" b="b"/>
            <a:pathLst>
              <a:path w="7303770" h="998220">
                <a:moveTo>
                  <a:pt x="76204" y="0"/>
                </a:moveTo>
                <a:lnTo>
                  <a:pt x="7227566" y="0"/>
                </a:lnTo>
                <a:cubicBezTo>
                  <a:pt x="7269652" y="0"/>
                  <a:pt x="7303770" y="34118"/>
                  <a:pt x="7303770" y="76204"/>
                </a:cubicBezTo>
                <a:lnTo>
                  <a:pt x="7303770" y="922016"/>
                </a:lnTo>
                <a:cubicBezTo>
                  <a:pt x="7303770" y="964102"/>
                  <a:pt x="7269652" y="998220"/>
                  <a:pt x="72275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0160">
            <a:solidFill>
              <a:srgbClr val="D4A3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588895" y="5623564"/>
            <a:ext cx="701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 Great content serves your audience first and your business second.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598420" y="6004564"/>
            <a:ext cx="699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Measure, learn, and continuously improve. Your content journey is a marathon, not a sprint.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2923</Words>
  <Application>Microsoft Office PowerPoint</Application>
  <PresentationFormat>Widescreen</PresentationFormat>
  <Paragraphs>513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Content Writing &amp; Blogging for Business</dc:title>
  <dc:subject>Website Content Writing &amp; Blogging for Business</dc:subject>
  <dc:creator>Kimi</dc:creator>
  <cp:lastModifiedBy>Tanzeela Aqif</cp:lastModifiedBy>
  <cp:revision>5</cp:revision>
  <dcterms:created xsi:type="dcterms:W3CDTF">2026-02-09T14:47:17Z</dcterms:created>
  <dcterms:modified xsi:type="dcterms:W3CDTF">2026-02-09T18:50:08Z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{"Label":"Website Content Writing &amp; Blogging for Business","ContentProducer":"001191110108MACG2KBH8F10000","ProduceID":"19c42d3b-3692-8357-8000-0000edd40339","ReservedCode1":"","ContentPropagator":"001191110108MACG2KBH8F20000","PropagateID":"19c42d3b-3692-8357-8000-0000edd40339","ReservedCode2":""}</vt:lpwstr>
  </property>
</Properties>
</file>